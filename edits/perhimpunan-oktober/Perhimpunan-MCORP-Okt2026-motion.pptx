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ontserrat Bold" panose="020B0604020202020204" charset="0"/>
      <p:regular r:id="rId13"/>
    </p:embeddedFont>
    <p:embeddedFont>
      <p:font typeface="Montserrat Bold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4810554" y="1902230"/>
            <a:ext cx="90353" cy="9035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2023480" y="941708"/>
            <a:ext cx="133607" cy="133607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4730813" y="6951944"/>
            <a:ext cx="128553" cy="128553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1062761" y="1004327"/>
            <a:ext cx="148829" cy="148829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2027113" y="959935"/>
            <a:ext cx="193378" cy="193378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5701286" y="7606635"/>
            <a:ext cx="170918" cy="170918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5208227" y="1202981"/>
            <a:ext cx="195055" cy="195055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3424634" y="2724765"/>
            <a:ext cx="96951" cy="96951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2864488" y="7936120"/>
            <a:ext cx="193031" cy="193031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3089813" y="1550644"/>
            <a:ext cx="181479" cy="181479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1551175" y="1871225"/>
            <a:ext cx="126191" cy="126191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4190281" y="7077740"/>
            <a:ext cx="84221" cy="84221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147 -0.0664 E" pathEditMode="relative" ptsTypes="AA">
                                      <p:cBhvr>
                                        <p:cTn id="16" dur="4441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007 -0.0911 E" pathEditMode="relative" ptsTypes="AA">
                                      <p:cBhvr>
                                        <p:cTn id="21" dur="4196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033 -0.0805 E" pathEditMode="relative" ptsTypes="AA">
                                      <p:cBhvr>
                                        <p:cTn id="26" dur="3537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287 -0.0760 E" pathEditMode="relative" ptsTypes="AA">
                                      <p:cBhvr>
                                        <p:cTn id="31" dur="2637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047 -0.0374 E" pathEditMode="relative" ptsTypes="AA">
                                      <p:cBhvr>
                                        <p:cTn id="36" dur="3508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0093 -0.0777 E" pathEditMode="relative" ptsTypes="AA">
                                      <p:cBhvr>
                                        <p:cTn id="41" dur="4482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250 -0.0929 E" pathEditMode="relative" ptsTypes="AA">
                                      <p:cBhvr>
                                        <p:cTn id="46" dur="3009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-0.0227 -0.0563 E" pathEditMode="relative" ptsTypes="AA">
                                      <p:cBhvr>
                                        <p:cTn id="51" dur="4651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102 -0.0544 E" pathEditMode="relative" ptsTypes="AA">
                                      <p:cBhvr>
                                        <p:cTn id="56" dur="4645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-0.0279 -0.0507 E" pathEditMode="relative" ptsTypes="AA">
                                      <p:cBhvr>
                                        <p:cTn id="61" dur="4255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122 -0.0775 E" pathEditMode="relative" ptsTypes="AA">
                                      <p:cBhvr>
                                        <p:cTn id="66" dur="4134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202 -0.0878 E" pathEditMode="relative" ptsTypes="AA">
                                      <p:cBhvr>
                                        <p:cTn id="71" dur="4117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D147-BA79-A67A-61D3-C66AF904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437C94-6FD2-0F6A-EFB7-D38D95E4B20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5315454" y="479523"/>
            <a:ext cx="195540" cy="195540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1640812" y="463787"/>
            <a:ext cx="105359" cy="105359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5268283" y="7554579"/>
            <a:ext cx="176035" cy="176035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729311" y="420970"/>
            <a:ext cx="107491" cy="107491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3176652" y="816985"/>
            <a:ext cx="127381" cy="127381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1298617" y="7555953"/>
            <a:ext cx="114775" cy="114775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2789841" y="1199945"/>
            <a:ext cx="200551" cy="200551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964437" y="3056775"/>
            <a:ext cx="174252" cy="174252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3080102" y="7579884"/>
            <a:ext cx="164703" cy="16470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4552971" y="1696860"/>
            <a:ext cx="139130" cy="139130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3259555" y="2351214"/>
            <a:ext cx="145827" cy="145827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5129929" y="7991586"/>
            <a:ext cx="177445" cy="177445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40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249 -0.0875 E" pathEditMode="relative" ptsTypes="AA">
                                      <p:cBhvr>
                                        <p:cTn id="16" dur="3862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0.0109 -0.0978 E" pathEditMode="relative" ptsTypes="AA">
                                      <p:cBhvr>
                                        <p:cTn id="21" dur="4211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077 -0.0938 E" pathEditMode="relative" ptsTypes="AA">
                                      <p:cBhvr>
                                        <p:cTn id="26" dur="4656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021 -0.0554 E" pathEditMode="relative" ptsTypes="AA">
                                      <p:cBhvr>
                                        <p:cTn id="31" dur="4156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194 -0.0499 E" pathEditMode="relative" ptsTypes="AA">
                                      <p:cBhvr>
                                        <p:cTn id="36" dur="3323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299 -0.0775 E" pathEditMode="relative" ptsTypes="AA">
                                      <p:cBhvr>
                                        <p:cTn id="41" dur="3344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015 -0.0921 E" pathEditMode="relative" ptsTypes="AA">
                                      <p:cBhvr>
                                        <p:cTn id="46" dur="4091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77 -0.0456 E" pathEditMode="relative" ptsTypes="AA">
                                      <p:cBhvr>
                                        <p:cTn id="51" dur="4237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006 -0.0931 E" pathEditMode="relative" ptsTypes="AA">
                                      <p:cBhvr>
                                        <p:cTn id="56" dur="4651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-0.0027 -0.0918 E" pathEditMode="relative" ptsTypes="AA">
                                      <p:cBhvr>
                                        <p:cTn id="61" dur="4036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008 -0.0494 E" pathEditMode="relative" ptsTypes="AA">
                                      <p:cBhvr>
                                        <p:cTn id="66" dur="3929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070 -0.0837 E" pathEditMode="relative" ptsTypes="AA">
                                      <p:cBhvr>
                                        <p:cTn id="71" dur="4565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0786" y="-303306"/>
            <a:ext cx="19711842" cy="11087911"/>
          </a:xfrm>
          <a:custGeom>
            <a:avLst/>
            <a:gdLst/>
            <a:ahLst/>
            <a:cxnLst/>
            <a:rect l="l" t="t" r="r" b="b"/>
            <a:pathLst>
              <a:path w="19711842" h="11087911">
                <a:moveTo>
                  <a:pt x="0" y="0"/>
                </a:moveTo>
                <a:lnTo>
                  <a:pt x="19711842" y="0"/>
                </a:lnTo>
                <a:lnTo>
                  <a:pt x="19711842" y="11087911"/>
                </a:lnTo>
                <a:lnTo>
                  <a:pt x="0" y="11087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Halo Glow"/>
          <p:cNvSpPr/>
          <p:nvPr/>
        </p:nvSpPr>
        <p:spPr>
          <a:xfrm>
            <a:off x="10104120" y="54864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FFE38A">
                  <a:alpha val="70000"/>
                </a:srgbClr>
              </a:gs>
              <a:gs pos="45000">
                <a:srgbClr val="F6C445">
                  <a:alpha val="30000"/>
                </a:srgbClr>
              </a:gs>
              <a:gs pos="100000">
                <a:srgbClr val="F6C44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Halo Ring 1"/>
          <p:cNvSpPr/>
          <p:nvPr/>
        </p:nvSpPr>
        <p:spPr>
          <a:xfrm>
            <a:off x="10561320" y="1005840"/>
            <a:ext cx="6949440" cy="6949440"/>
          </a:xfrm>
          <a:prstGeom prst="ellipse">
            <a:avLst/>
          </a:prstGeom>
          <a:noFill/>
          <a:ln w="38100" cap="rnd">
            <a:solidFill>
              <a:srgbClr val="D7263D">
                <a:alpha val="8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Halo Ring 2"/>
          <p:cNvSpPr/>
          <p:nvPr/>
        </p:nvSpPr>
        <p:spPr>
          <a:xfrm>
            <a:off x="11018520" y="1463040"/>
            <a:ext cx="6035040" cy="6035040"/>
          </a:xfrm>
          <a:prstGeom prst="ellipse">
            <a:avLst/>
          </a:prstGeom>
          <a:noFill/>
          <a:ln w="88900" cap="rnd">
            <a:solidFill>
              <a:srgbClr val="F6C445"/>
            </a:solidFill>
            <a:prstDash val="lg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Halo Ring 3"/>
          <p:cNvSpPr/>
          <p:nvPr/>
        </p:nvSpPr>
        <p:spPr>
          <a:xfrm>
            <a:off x="11475720" y="1920240"/>
            <a:ext cx="5120640" cy="5120640"/>
          </a:xfrm>
          <a:prstGeom prst="ellipse">
            <a:avLst/>
          </a:prstGeom>
          <a:noFill/>
          <a:ln w="25400" cap="rnd">
            <a:solidFill>
              <a:srgbClr val="182F55">
                <a:alpha val="55000"/>
              </a:srgbClr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Light Streak 1"/>
          <p:cNvSpPr/>
          <p:nvPr/>
        </p:nvSpPr>
        <p:spPr>
          <a:xfrm rot="19679678">
            <a:off x="1828800" y="12769596"/>
            <a:ext cx="36576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Light Streak 2"/>
          <p:cNvSpPr/>
          <p:nvPr/>
        </p:nvSpPr>
        <p:spPr>
          <a:xfrm rot="19679678">
            <a:off x="457200" y="10492740"/>
            <a:ext cx="27432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Light Streak 3"/>
          <p:cNvSpPr/>
          <p:nvPr/>
        </p:nvSpPr>
        <p:spPr>
          <a:xfrm rot="19679678">
            <a:off x="3200400" y="150510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0880">
            <a:off x="10433345" y="-848837"/>
            <a:ext cx="7212181" cy="10436281"/>
          </a:xfrm>
          <a:custGeom>
            <a:avLst/>
            <a:gdLst/>
            <a:ahLst/>
            <a:cxnLst/>
            <a:rect l="l" t="t" r="r" b="b"/>
            <a:pathLst>
              <a:path w="7212181" h="10436281">
                <a:moveTo>
                  <a:pt x="0" y="0"/>
                </a:moveTo>
                <a:lnTo>
                  <a:pt x="7212181" y="0"/>
                </a:lnTo>
                <a:lnTo>
                  <a:pt x="7212181" y="10436281"/>
                </a:lnTo>
                <a:lnTo>
                  <a:pt x="0" y="10436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63" b="-186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9036" y="9222148"/>
            <a:ext cx="19620718" cy="1223117"/>
          </a:xfrm>
          <a:custGeom>
            <a:avLst/>
            <a:gdLst/>
            <a:ahLst/>
            <a:cxnLst/>
            <a:rect l="l" t="t" r="r" b="b"/>
            <a:pathLst>
              <a:path w="19620718" h="1223117">
                <a:moveTo>
                  <a:pt x="0" y="0"/>
                </a:moveTo>
                <a:lnTo>
                  <a:pt x="19620718" y="0"/>
                </a:lnTo>
                <a:lnTo>
                  <a:pt x="19620718" y="1223117"/>
                </a:lnTo>
                <a:lnTo>
                  <a:pt x="0" y="1223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66295" y="9580397"/>
            <a:ext cx="881364" cy="471200"/>
          </a:xfrm>
          <a:custGeom>
            <a:avLst/>
            <a:gdLst/>
            <a:ahLst/>
            <a:cxnLst/>
            <a:rect l="l" t="t" r="r" b="b"/>
            <a:pathLst>
              <a:path w="881364" h="471200">
                <a:moveTo>
                  <a:pt x="0" y="0"/>
                </a:moveTo>
                <a:lnTo>
                  <a:pt x="881364" y="0"/>
                </a:lnTo>
                <a:lnTo>
                  <a:pt x="881364" y="471200"/>
                </a:lnTo>
                <a:lnTo>
                  <a:pt x="0" y="471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59161" y="9508215"/>
            <a:ext cx="1359634" cy="567905"/>
          </a:xfrm>
          <a:custGeom>
            <a:avLst/>
            <a:gdLst/>
            <a:ahLst/>
            <a:cxnLst/>
            <a:rect l="l" t="t" r="r" b="b"/>
            <a:pathLst>
              <a:path w="1359634" h="567905">
                <a:moveTo>
                  <a:pt x="0" y="0"/>
                </a:moveTo>
                <a:lnTo>
                  <a:pt x="1359634" y="0"/>
                </a:lnTo>
                <a:lnTo>
                  <a:pt x="1359634" y="567904"/>
                </a:lnTo>
                <a:lnTo>
                  <a:pt x="0" y="567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928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84838" y="9457721"/>
            <a:ext cx="627925" cy="627925"/>
          </a:xfrm>
          <a:custGeom>
            <a:avLst/>
            <a:gdLst/>
            <a:ahLst/>
            <a:cxnLst/>
            <a:rect l="l" t="t" r="r" b="b"/>
            <a:pathLst>
              <a:path w="627925" h="627925">
                <a:moveTo>
                  <a:pt x="0" y="0"/>
                </a:moveTo>
                <a:lnTo>
                  <a:pt x="627925" y="0"/>
                </a:lnTo>
                <a:lnTo>
                  <a:pt x="627925" y="627925"/>
                </a:lnTo>
                <a:lnTo>
                  <a:pt x="0" y="6279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62568" y="9140065"/>
            <a:ext cx="1302726" cy="1302726"/>
          </a:xfrm>
          <a:custGeom>
            <a:avLst/>
            <a:gdLst/>
            <a:ahLst/>
            <a:cxnLst/>
            <a:rect l="l" t="t" r="r" b="b"/>
            <a:pathLst>
              <a:path w="1302726" h="1302726">
                <a:moveTo>
                  <a:pt x="0" y="0"/>
                </a:moveTo>
                <a:lnTo>
                  <a:pt x="1302726" y="0"/>
                </a:lnTo>
                <a:lnTo>
                  <a:pt x="1302726" y="1302726"/>
                </a:lnTo>
                <a:lnTo>
                  <a:pt x="0" y="13027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258720" y="9364449"/>
            <a:ext cx="1605504" cy="903096"/>
          </a:xfrm>
          <a:custGeom>
            <a:avLst/>
            <a:gdLst/>
            <a:ahLst/>
            <a:cxnLst/>
            <a:rect l="l" t="t" r="r" b="b"/>
            <a:pathLst>
              <a:path w="1605504" h="903096">
                <a:moveTo>
                  <a:pt x="0" y="0"/>
                </a:moveTo>
                <a:lnTo>
                  <a:pt x="1605504" y="0"/>
                </a:lnTo>
                <a:lnTo>
                  <a:pt x="1605504" y="903096"/>
                </a:lnTo>
                <a:lnTo>
                  <a:pt x="0" y="9030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292133" y="9546348"/>
            <a:ext cx="884094" cy="539297"/>
          </a:xfrm>
          <a:custGeom>
            <a:avLst/>
            <a:gdLst/>
            <a:ahLst/>
            <a:cxnLst/>
            <a:rect l="l" t="t" r="r" b="b"/>
            <a:pathLst>
              <a:path w="884094" h="539297">
                <a:moveTo>
                  <a:pt x="0" y="0"/>
                </a:moveTo>
                <a:lnTo>
                  <a:pt x="884094" y="0"/>
                </a:lnTo>
                <a:lnTo>
                  <a:pt x="884094" y="539298"/>
                </a:lnTo>
                <a:lnTo>
                  <a:pt x="0" y="539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87729" y="9508215"/>
            <a:ext cx="755294" cy="615565"/>
          </a:xfrm>
          <a:custGeom>
            <a:avLst/>
            <a:gdLst/>
            <a:ahLst/>
            <a:cxnLst/>
            <a:rect l="l" t="t" r="r" b="b"/>
            <a:pathLst>
              <a:path w="755294" h="615565">
                <a:moveTo>
                  <a:pt x="0" y="0"/>
                </a:moveTo>
                <a:lnTo>
                  <a:pt x="755294" y="0"/>
                </a:lnTo>
                <a:lnTo>
                  <a:pt x="755294" y="615564"/>
                </a:lnTo>
                <a:lnTo>
                  <a:pt x="0" y="6155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55819" y="9426218"/>
            <a:ext cx="690931" cy="690931"/>
          </a:xfrm>
          <a:custGeom>
            <a:avLst/>
            <a:gdLst/>
            <a:ahLst/>
            <a:cxnLst/>
            <a:rect l="l" t="t" r="r" b="b"/>
            <a:pathLst>
              <a:path w="690931" h="690931">
                <a:moveTo>
                  <a:pt x="0" y="0"/>
                </a:moveTo>
                <a:lnTo>
                  <a:pt x="690932" y="0"/>
                </a:lnTo>
                <a:lnTo>
                  <a:pt x="690932" y="690931"/>
                </a:lnTo>
                <a:lnTo>
                  <a:pt x="0" y="690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256478" y="9394605"/>
            <a:ext cx="1067833" cy="754157"/>
          </a:xfrm>
          <a:custGeom>
            <a:avLst/>
            <a:gdLst/>
            <a:ahLst/>
            <a:cxnLst/>
            <a:rect l="l" t="t" r="r" b="b"/>
            <a:pathLst>
              <a:path w="1067833" h="754157">
                <a:moveTo>
                  <a:pt x="0" y="0"/>
                </a:moveTo>
                <a:lnTo>
                  <a:pt x="1067833" y="0"/>
                </a:lnTo>
                <a:lnTo>
                  <a:pt x="1067833" y="754157"/>
                </a:lnTo>
                <a:lnTo>
                  <a:pt x="0" y="7541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98356" y="9632938"/>
            <a:ext cx="1358122" cy="452707"/>
          </a:xfrm>
          <a:custGeom>
            <a:avLst/>
            <a:gdLst/>
            <a:ahLst/>
            <a:cxnLst/>
            <a:rect l="l" t="t" r="r" b="b"/>
            <a:pathLst>
              <a:path w="1358122" h="452707">
                <a:moveTo>
                  <a:pt x="0" y="0"/>
                </a:moveTo>
                <a:lnTo>
                  <a:pt x="1358122" y="0"/>
                </a:lnTo>
                <a:lnTo>
                  <a:pt x="1358122" y="452708"/>
                </a:lnTo>
                <a:lnTo>
                  <a:pt x="0" y="4527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810052" y="8991171"/>
            <a:ext cx="1427190" cy="1427190"/>
          </a:xfrm>
          <a:custGeom>
            <a:avLst/>
            <a:gdLst/>
            <a:ahLst/>
            <a:cxnLst/>
            <a:rect l="l" t="t" r="r" b="b"/>
            <a:pathLst>
              <a:path w="1427190" h="1427190">
                <a:moveTo>
                  <a:pt x="0" y="0"/>
                </a:moveTo>
                <a:lnTo>
                  <a:pt x="1427191" y="0"/>
                </a:lnTo>
                <a:lnTo>
                  <a:pt x="1427191" y="1427190"/>
                </a:lnTo>
                <a:lnTo>
                  <a:pt x="0" y="14271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45067" y="3683356"/>
            <a:ext cx="7867893" cy="1799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6926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Bacaan Ikrar Rukun Negara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067" y="5788415"/>
            <a:ext cx="8715642" cy="50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3814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Encik Madzin bin Abdol</a:t>
            </a:r>
          </a:p>
        </p:txBody>
      </p:sp>
      <p:sp>
        <p:nvSpPr>
          <p:cNvPr id="108" name="Aturcara Tag"/>
          <p:cNvSpPr/>
          <p:nvPr/>
        </p:nvSpPr>
        <p:spPr>
          <a:xfrm>
            <a:off x="1145067" y="2814676"/>
            <a:ext cx="3291840" cy="566928"/>
          </a:xfrm>
          <a:prstGeom prst="roundRect">
            <a:avLst/>
          </a:prstGeom>
          <a:gradFill rotWithShape="1">
            <a:gsLst>
              <a:gs pos="0">
                <a:srgbClr val="D7263D">
                  <a:alpha val="100000"/>
                </a:srgbClr>
              </a:gs>
              <a:gs pos="100000">
                <a:srgbClr val="9E1528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152400" dist="38100" dir="5400000" algn="t" rotWithShape="0">
              <a:srgbClr val="9E1528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ms-MY" sz="2000" b="1" spc="400">
                <a:solidFill>
                  <a:srgbClr val="FFFFFF"/>
                </a:solidFill>
                <a:latin typeface="Montserrat Bold"/>
                <a:cs typeface="Montserrat Bold"/>
              </a:rPr>
              <a:t>ATURCARA 01</a:t>
            </a:r>
          </a:p>
        </p:txBody>
      </p:sp>
      <p:sp>
        <p:nvSpPr>
          <p:cNvPr id="109" name="Particle 1"/>
          <p:cNvSpPr/>
          <p:nvPr/>
        </p:nvSpPr>
        <p:spPr>
          <a:xfrm>
            <a:off x="5210309" y="1089899"/>
            <a:ext cx="103615" cy="103615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2"/>
          <p:cNvSpPr/>
          <p:nvPr/>
        </p:nvSpPr>
        <p:spPr>
          <a:xfrm>
            <a:off x="8210732" y="7361626"/>
            <a:ext cx="150678" cy="150678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3"/>
          <p:cNvSpPr/>
          <p:nvPr/>
        </p:nvSpPr>
        <p:spPr>
          <a:xfrm>
            <a:off x="14444485" y="1350168"/>
            <a:ext cx="142405" cy="142405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4"/>
          <p:cNvSpPr/>
          <p:nvPr/>
        </p:nvSpPr>
        <p:spPr>
          <a:xfrm>
            <a:off x="5037092" y="1633121"/>
            <a:ext cx="184276" cy="184276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5"/>
          <p:cNvSpPr/>
          <p:nvPr/>
        </p:nvSpPr>
        <p:spPr>
          <a:xfrm>
            <a:off x="986734" y="7941421"/>
            <a:ext cx="111719" cy="111719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6"/>
          <p:cNvSpPr/>
          <p:nvPr/>
        </p:nvSpPr>
        <p:spPr>
          <a:xfrm>
            <a:off x="17501514" y="1347785"/>
            <a:ext cx="164572" cy="164572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7"/>
          <p:cNvSpPr/>
          <p:nvPr/>
        </p:nvSpPr>
        <p:spPr>
          <a:xfrm>
            <a:off x="1533530" y="747568"/>
            <a:ext cx="185661" cy="185661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Particle 8"/>
          <p:cNvSpPr/>
          <p:nvPr/>
        </p:nvSpPr>
        <p:spPr>
          <a:xfrm>
            <a:off x="7769684" y="7291277"/>
            <a:ext cx="172873" cy="172873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Particle 9"/>
          <p:cNvSpPr/>
          <p:nvPr/>
        </p:nvSpPr>
        <p:spPr>
          <a:xfrm>
            <a:off x="14729399" y="1906563"/>
            <a:ext cx="148051" cy="148051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Particle 10"/>
          <p:cNvSpPr/>
          <p:nvPr/>
        </p:nvSpPr>
        <p:spPr>
          <a:xfrm>
            <a:off x="6255833" y="787261"/>
            <a:ext cx="200015" cy="200015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Particle 11"/>
          <p:cNvSpPr/>
          <p:nvPr/>
        </p:nvSpPr>
        <p:spPr>
          <a:xfrm>
            <a:off x="2468994" y="7891796"/>
            <a:ext cx="164532" cy="164532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Particle 12"/>
          <p:cNvSpPr/>
          <p:nvPr/>
        </p:nvSpPr>
        <p:spPr>
          <a:xfrm>
            <a:off x="15177966" y="1444944"/>
            <a:ext cx="134856" cy="134856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ythrough hasBounce="1"/>
      </p:transition>
    </mc:Choice>
    <mc:Fallback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0" dur="2400" fill="hold"/>
                                        <p:tgtEl>
                                          <p:spTgt spid="10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8" presetClass="emph" presetSubtype="0" repeatCount="indefinite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id="17" dur="26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4" dur="18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-21600000">
                                      <p:cBhvr>
                                        <p:cTn id="31" dur="1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2.4000 -2.6667 E" pathEditMode="relative" ptsTypes="AA">
                                      <p:cBhvr>
                                        <p:cTn id="33" dur="3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2.7600 -3.0667 E" pathEditMode="relative" ptsTypes="AA">
                                      <p:cBhvr>
                                        <p:cTn id="35" dur="437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2.5200 -2.8000 E" pathEditMode="relative" ptsTypes="AA">
                                      <p:cBhvr>
                                        <p:cTn id="37" dur="336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62 -0.0745 E" pathEditMode="relative" ptsTypes="AA">
                                      <p:cBhvr>
                                        <p:cTn id="42" dur="2868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0.0030 -0.0475 E" pathEditMode="relative" ptsTypes="AA">
                                      <p:cBhvr>
                                        <p:cTn id="47" dur="4526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0.0217 -0.0500 E" pathEditMode="relative" ptsTypes="AA">
                                      <p:cBhvr>
                                        <p:cTn id="52" dur="3221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0.0103 -0.0395 E" pathEditMode="relative" ptsTypes="AA">
                                      <p:cBhvr>
                                        <p:cTn id="57" dur="2775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016 -0.0803 E" pathEditMode="relative" ptsTypes="AA">
                                      <p:cBhvr>
                                        <p:cTn id="62" dur="4187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181 -0.0632 E" pathEditMode="relative" ptsTypes="AA">
                                      <p:cBhvr>
                                        <p:cTn id="67" dur="3149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-0.0170 -0.0956 E" pathEditMode="relative" ptsTypes="AA">
                                      <p:cBhvr>
                                        <p:cTn id="72" dur="4386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00 -0.0713 E" pathEditMode="relative" ptsTypes="AA">
                                      <p:cBhvr>
                                        <p:cTn id="77" dur="4787" fill="hold" accel="50000" decel="50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109 -0.0934 E" pathEditMode="relative" ptsTypes="AA">
                                      <p:cBhvr>
                                        <p:cTn id="82" dur="3745" fill="hold" accel="50000" decel="50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216 -0.0956 E" pathEditMode="relative" ptsTypes="AA">
                                      <p:cBhvr>
                                        <p:cTn id="87" dur="3026" fill="hold" accel="50000" decel="50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44 -0.0533 E" pathEditMode="relative" ptsTypes="AA">
                                      <p:cBhvr>
                                        <p:cTn id="92" dur="2859" fill="hold" accel="50000" decel="50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8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094 -0.0397 E" pathEditMode="relative" ptsTypes="AA">
                                      <p:cBhvr>
                                        <p:cTn id="97" dur="3217" fill="hold" accel="50000" decel="50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5.6000 0.0000 E" pathEditMode="relative" ptsTypes="AA">
                                      <p:cBhvr>
                                        <p:cTn id="99" dur="6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2" grpId="0" animBg="1"/>
      <p:bldP spid="3" grpId="0" animBg="1"/>
      <p:bldP spid="108" grpId="0"/>
      <p:bldP spid="16" grpId="0"/>
      <p:bldP spid="17" grpId="0"/>
      <p:bldP spid="4" grpId="0" animBg="1"/>
      <p:bldP spid="12" grpId="0" animBg="1"/>
      <p:bldP spid="5" grpId="0" animBg="1"/>
      <p:bldP spid="6" grpId="0" animBg="1"/>
      <p:bldP spid="14" grpId="0" animBg="1"/>
      <p:bldP spid="13" grpId="0" animBg="1"/>
      <p:bldP spid="9" grpId="0" animBg="1"/>
      <p:bldP spid="15" grpId="0" animBg="1"/>
      <p:bldP spid="10" grpId="0" animBg="1"/>
      <p:bldP spid="11" grpId="0" animBg="1"/>
      <p:bldP spid="8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1067483" y="1162502"/>
            <a:ext cx="103370" cy="103370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1817193" y="3081596"/>
            <a:ext cx="143484" cy="143484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1495947" y="7075662"/>
            <a:ext cx="108572" cy="108572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1521466" y="989079"/>
            <a:ext cx="175622" cy="175622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2540657" y="2208371"/>
            <a:ext cx="84253" cy="8425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5730972" y="7921674"/>
            <a:ext cx="108996" cy="108996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3427187" y="2140700"/>
            <a:ext cx="189502" cy="189502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814513" y="1603965"/>
            <a:ext cx="127396" cy="127396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3087031" y="8135155"/>
            <a:ext cx="83531" cy="83531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3937208" y="499413"/>
            <a:ext cx="91722" cy="91722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1969109" y="2414773"/>
            <a:ext cx="108523" cy="108523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886658" y="7221502"/>
            <a:ext cx="86079" cy="86079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207 -0.0397 E" pathEditMode="relative" ptsTypes="AA">
                                      <p:cBhvr>
                                        <p:cTn id="16" dur="4244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265 -0.0679 E" pathEditMode="relative" ptsTypes="AA">
                                      <p:cBhvr>
                                        <p:cTn id="21" dur="4075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171 -0.0933 E" pathEditMode="relative" ptsTypes="AA">
                                      <p:cBhvr>
                                        <p:cTn id="26" dur="3666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0.0076 -0.0811 E" pathEditMode="relative" ptsTypes="AA">
                                      <p:cBhvr>
                                        <p:cTn id="31" dur="4125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0.0004 -0.0466 E" pathEditMode="relative" ptsTypes="AA">
                                      <p:cBhvr>
                                        <p:cTn id="36" dur="4539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265 -0.0879 E" pathEditMode="relative" ptsTypes="AA">
                                      <p:cBhvr>
                                        <p:cTn id="41" dur="2629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209 -0.0672 E" pathEditMode="relative" ptsTypes="AA">
                                      <p:cBhvr>
                                        <p:cTn id="46" dur="4295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-0.0160 -0.0517 E" pathEditMode="relative" ptsTypes="AA">
                                      <p:cBhvr>
                                        <p:cTn id="51" dur="2777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011 -0.0759 E" pathEditMode="relative" ptsTypes="AA">
                                      <p:cBhvr>
                                        <p:cTn id="56" dur="4004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248 -0.0751 E" pathEditMode="relative" ptsTypes="AA">
                                      <p:cBhvr>
                                        <p:cTn id="61" dur="4406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108 -0.0703 E" pathEditMode="relative" ptsTypes="AA">
                                      <p:cBhvr>
                                        <p:cTn id="66" dur="3925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159 -0.0738 E" pathEditMode="relative" ptsTypes="AA">
                                      <p:cBhvr>
                                        <p:cTn id="71" dur="3572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55618" cy="10267545"/>
          </a:xfrm>
          <a:custGeom>
            <a:avLst/>
            <a:gdLst/>
            <a:ahLst/>
            <a:cxnLst/>
            <a:rect l="l" t="t" r="r" b="b"/>
            <a:pathLst>
              <a:path w="18455618" h="10267545">
                <a:moveTo>
                  <a:pt x="0" y="0"/>
                </a:moveTo>
                <a:lnTo>
                  <a:pt x="18455618" y="0"/>
                </a:lnTo>
                <a:lnTo>
                  <a:pt x="18455618" y="10267545"/>
                </a:lnTo>
                <a:lnTo>
                  <a:pt x="0" y="10267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3" b="-553"/>
            </a:stretch>
          </a:blipFill>
        </p:spPr>
      </p:sp>
      <p:sp>
        <p:nvSpPr>
          <p:cNvPr id="101" name="Halo Glow"/>
          <p:cNvSpPr/>
          <p:nvPr/>
        </p:nvSpPr>
        <p:spPr>
          <a:xfrm>
            <a:off x="10012680" y="82296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FFE38A">
                  <a:alpha val="70000"/>
                </a:srgbClr>
              </a:gs>
              <a:gs pos="45000">
                <a:srgbClr val="F6C445">
                  <a:alpha val="30000"/>
                </a:srgbClr>
              </a:gs>
              <a:gs pos="100000">
                <a:srgbClr val="F6C44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Halo Ring 1"/>
          <p:cNvSpPr/>
          <p:nvPr/>
        </p:nvSpPr>
        <p:spPr>
          <a:xfrm>
            <a:off x="10469880" y="1280160"/>
            <a:ext cx="6949440" cy="6949440"/>
          </a:xfrm>
          <a:prstGeom prst="ellipse">
            <a:avLst/>
          </a:prstGeom>
          <a:noFill/>
          <a:ln w="38100" cap="rnd">
            <a:solidFill>
              <a:srgbClr val="D7263D">
                <a:alpha val="8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Halo Ring 2"/>
          <p:cNvSpPr/>
          <p:nvPr/>
        </p:nvSpPr>
        <p:spPr>
          <a:xfrm>
            <a:off x="10927080" y="1737360"/>
            <a:ext cx="6035040" cy="6035040"/>
          </a:xfrm>
          <a:prstGeom prst="ellipse">
            <a:avLst/>
          </a:prstGeom>
          <a:noFill/>
          <a:ln w="88900" cap="rnd">
            <a:solidFill>
              <a:srgbClr val="F6C445"/>
            </a:solidFill>
            <a:prstDash val="lg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Halo Ring 3"/>
          <p:cNvSpPr/>
          <p:nvPr/>
        </p:nvSpPr>
        <p:spPr>
          <a:xfrm>
            <a:off x="11384280" y="2194560"/>
            <a:ext cx="5120640" cy="5120640"/>
          </a:xfrm>
          <a:prstGeom prst="ellipse">
            <a:avLst/>
          </a:prstGeom>
          <a:noFill/>
          <a:ln w="25400" cap="rnd">
            <a:solidFill>
              <a:srgbClr val="182F55">
                <a:alpha val="55000"/>
              </a:srgbClr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Light Streak 1"/>
          <p:cNvSpPr/>
          <p:nvPr/>
        </p:nvSpPr>
        <p:spPr>
          <a:xfrm rot="19679678">
            <a:off x="1828800" y="12769596"/>
            <a:ext cx="36576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Light Streak 2"/>
          <p:cNvSpPr/>
          <p:nvPr/>
        </p:nvSpPr>
        <p:spPr>
          <a:xfrm rot="19679678">
            <a:off x="457200" y="10492740"/>
            <a:ext cx="27432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Light Streak 3"/>
          <p:cNvSpPr/>
          <p:nvPr/>
        </p:nvSpPr>
        <p:spPr>
          <a:xfrm rot="19679678">
            <a:off x="3200400" y="150510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9222148"/>
            <a:ext cx="18288000" cy="1140038"/>
          </a:xfrm>
          <a:custGeom>
            <a:avLst/>
            <a:gdLst/>
            <a:ahLst/>
            <a:cxnLst/>
            <a:rect l="l" t="t" r="r" b="b"/>
            <a:pathLst>
              <a:path w="18288000" h="1140038">
                <a:moveTo>
                  <a:pt x="0" y="0"/>
                </a:moveTo>
                <a:lnTo>
                  <a:pt x="18288000" y="0"/>
                </a:lnTo>
                <a:lnTo>
                  <a:pt x="18288000" y="1140038"/>
                </a:lnTo>
                <a:lnTo>
                  <a:pt x="0" y="1140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66295" y="9580397"/>
            <a:ext cx="881364" cy="471200"/>
          </a:xfrm>
          <a:custGeom>
            <a:avLst/>
            <a:gdLst/>
            <a:ahLst/>
            <a:cxnLst/>
            <a:rect l="l" t="t" r="r" b="b"/>
            <a:pathLst>
              <a:path w="881364" h="471200">
                <a:moveTo>
                  <a:pt x="0" y="0"/>
                </a:moveTo>
                <a:lnTo>
                  <a:pt x="881364" y="0"/>
                </a:lnTo>
                <a:lnTo>
                  <a:pt x="881364" y="471200"/>
                </a:lnTo>
                <a:lnTo>
                  <a:pt x="0" y="47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59161" y="9508215"/>
            <a:ext cx="1359634" cy="567905"/>
          </a:xfrm>
          <a:custGeom>
            <a:avLst/>
            <a:gdLst/>
            <a:ahLst/>
            <a:cxnLst/>
            <a:rect l="l" t="t" r="r" b="b"/>
            <a:pathLst>
              <a:path w="1359634" h="567905">
                <a:moveTo>
                  <a:pt x="0" y="0"/>
                </a:moveTo>
                <a:lnTo>
                  <a:pt x="1359634" y="0"/>
                </a:lnTo>
                <a:lnTo>
                  <a:pt x="1359634" y="567904"/>
                </a:lnTo>
                <a:lnTo>
                  <a:pt x="0" y="567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28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84838" y="9457721"/>
            <a:ext cx="627925" cy="627925"/>
          </a:xfrm>
          <a:custGeom>
            <a:avLst/>
            <a:gdLst/>
            <a:ahLst/>
            <a:cxnLst/>
            <a:rect l="l" t="t" r="r" b="b"/>
            <a:pathLst>
              <a:path w="627925" h="627925">
                <a:moveTo>
                  <a:pt x="0" y="0"/>
                </a:moveTo>
                <a:lnTo>
                  <a:pt x="627925" y="0"/>
                </a:lnTo>
                <a:lnTo>
                  <a:pt x="627925" y="627925"/>
                </a:lnTo>
                <a:lnTo>
                  <a:pt x="0" y="627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262568" y="9140065"/>
            <a:ext cx="1302726" cy="1302726"/>
          </a:xfrm>
          <a:custGeom>
            <a:avLst/>
            <a:gdLst/>
            <a:ahLst/>
            <a:cxnLst/>
            <a:rect l="l" t="t" r="r" b="b"/>
            <a:pathLst>
              <a:path w="1302726" h="1302726">
                <a:moveTo>
                  <a:pt x="0" y="0"/>
                </a:moveTo>
                <a:lnTo>
                  <a:pt x="1302726" y="0"/>
                </a:lnTo>
                <a:lnTo>
                  <a:pt x="1302726" y="1302726"/>
                </a:lnTo>
                <a:lnTo>
                  <a:pt x="0" y="13027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58720" y="9364449"/>
            <a:ext cx="1605504" cy="903096"/>
          </a:xfrm>
          <a:custGeom>
            <a:avLst/>
            <a:gdLst/>
            <a:ahLst/>
            <a:cxnLst/>
            <a:rect l="l" t="t" r="r" b="b"/>
            <a:pathLst>
              <a:path w="1605504" h="903096">
                <a:moveTo>
                  <a:pt x="0" y="0"/>
                </a:moveTo>
                <a:lnTo>
                  <a:pt x="1605504" y="0"/>
                </a:lnTo>
                <a:lnTo>
                  <a:pt x="1605504" y="903096"/>
                </a:lnTo>
                <a:lnTo>
                  <a:pt x="0" y="90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292133" y="9546348"/>
            <a:ext cx="884094" cy="539297"/>
          </a:xfrm>
          <a:custGeom>
            <a:avLst/>
            <a:gdLst/>
            <a:ahLst/>
            <a:cxnLst/>
            <a:rect l="l" t="t" r="r" b="b"/>
            <a:pathLst>
              <a:path w="884094" h="539297">
                <a:moveTo>
                  <a:pt x="0" y="0"/>
                </a:moveTo>
                <a:lnTo>
                  <a:pt x="884094" y="0"/>
                </a:lnTo>
                <a:lnTo>
                  <a:pt x="884094" y="539298"/>
                </a:lnTo>
                <a:lnTo>
                  <a:pt x="0" y="539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87729" y="9508215"/>
            <a:ext cx="755294" cy="615565"/>
          </a:xfrm>
          <a:custGeom>
            <a:avLst/>
            <a:gdLst/>
            <a:ahLst/>
            <a:cxnLst/>
            <a:rect l="l" t="t" r="r" b="b"/>
            <a:pathLst>
              <a:path w="755294" h="615565">
                <a:moveTo>
                  <a:pt x="0" y="0"/>
                </a:moveTo>
                <a:lnTo>
                  <a:pt x="755294" y="0"/>
                </a:lnTo>
                <a:lnTo>
                  <a:pt x="755294" y="615564"/>
                </a:lnTo>
                <a:lnTo>
                  <a:pt x="0" y="615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55819" y="9426218"/>
            <a:ext cx="690931" cy="690931"/>
          </a:xfrm>
          <a:custGeom>
            <a:avLst/>
            <a:gdLst/>
            <a:ahLst/>
            <a:cxnLst/>
            <a:rect l="l" t="t" r="r" b="b"/>
            <a:pathLst>
              <a:path w="690931" h="690931">
                <a:moveTo>
                  <a:pt x="0" y="0"/>
                </a:moveTo>
                <a:lnTo>
                  <a:pt x="690932" y="0"/>
                </a:lnTo>
                <a:lnTo>
                  <a:pt x="690932" y="690931"/>
                </a:lnTo>
                <a:lnTo>
                  <a:pt x="0" y="6909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256478" y="9394605"/>
            <a:ext cx="1067833" cy="754157"/>
          </a:xfrm>
          <a:custGeom>
            <a:avLst/>
            <a:gdLst/>
            <a:ahLst/>
            <a:cxnLst/>
            <a:rect l="l" t="t" r="r" b="b"/>
            <a:pathLst>
              <a:path w="1067833" h="754157">
                <a:moveTo>
                  <a:pt x="0" y="0"/>
                </a:moveTo>
                <a:lnTo>
                  <a:pt x="1067833" y="0"/>
                </a:lnTo>
                <a:lnTo>
                  <a:pt x="1067833" y="754157"/>
                </a:lnTo>
                <a:lnTo>
                  <a:pt x="0" y="7541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898356" y="9632938"/>
            <a:ext cx="1358122" cy="452707"/>
          </a:xfrm>
          <a:custGeom>
            <a:avLst/>
            <a:gdLst/>
            <a:ahLst/>
            <a:cxnLst/>
            <a:rect l="l" t="t" r="r" b="b"/>
            <a:pathLst>
              <a:path w="1358122" h="452707">
                <a:moveTo>
                  <a:pt x="0" y="0"/>
                </a:moveTo>
                <a:lnTo>
                  <a:pt x="1358122" y="0"/>
                </a:lnTo>
                <a:lnTo>
                  <a:pt x="1358122" y="452708"/>
                </a:lnTo>
                <a:lnTo>
                  <a:pt x="0" y="4527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810052" y="8991171"/>
            <a:ext cx="1427190" cy="1427190"/>
          </a:xfrm>
          <a:custGeom>
            <a:avLst/>
            <a:gdLst/>
            <a:ahLst/>
            <a:cxnLst/>
            <a:rect l="l" t="t" r="r" b="b"/>
            <a:pathLst>
              <a:path w="1427190" h="1427190">
                <a:moveTo>
                  <a:pt x="0" y="0"/>
                </a:moveTo>
                <a:lnTo>
                  <a:pt x="1427191" y="0"/>
                </a:lnTo>
                <a:lnTo>
                  <a:pt x="1427191" y="1427190"/>
                </a:lnTo>
                <a:lnTo>
                  <a:pt x="0" y="14271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292133" y="1460083"/>
            <a:ext cx="5268974" cy="7762065"/>
          </a:xfrm>
          <a:custGeom>
            <a:avLst/>
            <a:gdLst/>
            <a:ahLst/>
            <a:cxnLst/>
            <a:rect l="l" t="t" r="r" b="b"/>
            <a:pathLst>
              <a:path w="5268974" h="7762065">
                <a:moveTo>
                  <a:pt x="0" y="0"/>
                </a:moveTo>
                <a:lnTo>
                  <a:pt x="5268974" y="0"/>
                </a:lnTo>
                <a:lnTo>
                  <a:pt x="5268974" y="7762065"/>
                </a:lnTo>
                <a:lnTo>
                  <a:pt x="0" y="77620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6457" r="-1990" b="-6662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51886" y="4221504"/>
            <a:ext cx="7401342" cy="86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6515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Bacaan Doa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886" y="5284408"/>
            <a:ext cx="9492941" cy="90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0"/>
              </a:lnSpc>
            </a:pPr>
            <a:r>
              <a:rPr lang="en-US" sz="3588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Encik Muhd Syahidzuddin bin Yahya </a:t>
            </a:r>
          </a:p>
          <a:p>
            <a:pPr algn="l">
              <a:lnSpc>
                <a:spcPts val="3580"/>
              </a:lnSpc>
            </a:pPr>
            <a:endParaRPr lang="en-US" sz="3588" b="1">
              <a:solidFill>
                <a:srgbClr val="182F5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8" name="Aturcara Tag"/>
          <p:cNvSpPr/>
          <p:nvPr/>
        </p:nvSpPr>
        <p:spPr>
          <a:xfrm>
            <a:off x="1151886" y="3352824"/>
            <a:ext cx="3291840" cy="566928"/>
          </a:xfrm>
          <a:prstGeom prst="roundRect">
            <a:avLst/>
          </a:prstGeom>
          <a:gradFill rotWithShape="1">
            <a:gsLst>
              <a:gs pos="0">
                <a:srgbClr val="D7263D">
                  <a:alpha val="100000"/>
                </a:srgbClr>
              </a:gs>
              <a:gs pos="100000">
                <a:srgbClr val="9E1528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152400" dist="38100" dir="5400000" algn="t" rotWithShape="0">
              <a:srgbClr val="9E1528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ms-MY" sz="2000" b="1" spc="400">
                <a:solidFill>
                  <a:srgbClr val="FFFFFF"/>
                </a:solidFill>
                <a:latin typeface="Montserrat Bold"/>
                <a:cs typeface="Montserrat Bold"/>
              </a:rPr>
              <a:t>ATURCARA 02</a:t>
            </a:r>
          </a:p>
        </p:txBody>
      </p:sp>
      <p:sp>
        <p:nvSpPr>
          <p:cNvPr id="109" name="Particle 1"/>
          <p:cNvSpPr/>
          <p:nvPr/>
        </p:nvSpPr>
        <p:spPr>
          <a:xfrm>
            <a:off x="6836130" y="1712040"/>
            <a:ext cx="152893" cy="152893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2"/>
          <p:cNvSpPr/>
          <p:nvPr/>
        </p:nvSpPr>
        <p:spPr>
          <a:xfrm>
            <a:off x="4563408" y="8055289"/>
            <a:ext cx="76865" cy="76865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3"/>
          <p:cNvSpPr/>
          <p:nvPr/>
        </p:nvSpPr>
        <p:spPr>
          <a:xfrm>
            <a:off x="16976759" y="1332198"/>
            <a:ext cx="120747" cy="120747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4"/>
          <p:cNvSpPr/>
          <p:nvPr/>
        </p:nvSpPr>
        <p:spPr>
          <a:xfrm>
            <a:off x="2229930" y="1817767"/>
            <a:ext cx="125402" cy="125402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5"/>
          <p:cNvSpPr/>
          <p:nvPr/>
        </p:nvSpPr>
        <p:spPr>
          <a:xfrm>
            <a:off x="5812907" y="6860486"/>
            <a:ext cx="90916" cy="90916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6"/>
          <p:cNvSpPr/>
          <p:nvPr/>
        </p:nvSpPr>
        <p:spPr>
          <a:xfrm>
            <a:off x="17731262" y="1096391"/>
            <a:ext cx="172184" cy="172184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7"/>
          <p:cNvSpPr/>
          <p:nvPr/>
        </p:nvSpPr>
        <p:spPr>
          <a:xfrm>
            <a:off x="6309794" y="848241"/>
            <a:ext cx="142181" cy="142181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Particle 8"/>
          <p:cNvSpPr/>
          <p:nvPr/>
        </p:nvSpPr>
        <p:spPr>
          <a:xfrm>
            <a:off x="3703969" y="6917920"/>
            <a:ext cx="111402" cy="111402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Particle 9"/>
          <p:cNvSpPr/>
          <p:nvPr/>
        </p:nvSpPr>
        <p:spPr>
          <a:xfrm>
            <a:off x="14653508" y="1568356"/>
            <a:ext cx="177792" cy="177792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Particle 10"/>
          <p:cNvSpPr/>
          <p:nvPr/>
        </p:nvSpPr>
        <p:spPr>
          <a:xfrm>
            <a:off x="4687861" y="1010658"/>
            <a:ext cx="177935" cy="177935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Particle 11"/>
          <p:cNvSpPr/>
          <p:nvPr/>
        </p:nvSpPr>
        <p:spPr>
          <a:xfrm>
            <a:off x="8459212" y="8063868"/>
            <a:ext cx="105947" cy="105947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Particle 12"/>
          <p:cNvSpPr/>
          <p:nvPr/>
        </p:nvSpPr>
        <p:spPr>
          <a:xfrm>
            <a:off x="14590779" y="924362"/>
            <a:ext cx="120029" cy="120029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ythrough hasBounce="1"/>
      </p:transition>
    </mc:Choice>
    <mc:Fallback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0" dur="2400" fill="hold"/>
                                        <p:tgtEl>
                                          <p:spTgt spid="10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8" presetClass="emph" presetSubtype="0" repeatCount="indefinite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id="17" dur="26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4" dur="18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-21600000">
                                      <p:cBhvr>
                                        <p:cTn id="31" dur="1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2.4000 -2.6667 E" pathEditMode="relative" ptsTypes="AA">
                                      <p:cBhvr>
                                        <p:cTn id="33" dur="3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2.7600 -3.0667 E" pathEditMode="relative" ptsTypes="AA">
                                      <p:cBhvr>
                                        <p:cTn id="35" dur="437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2.5200 -2.8000 E" pathEditMode="relative" ptsTypes="AA">
                                      <p:cBhvr>
                                        <p:cTn id="37" dur="336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65 -0.0816 E" pathEditMode="relative" ptsTypes="AA">
                                      <p:cBhvr>
                                        <p:cTn id="42" dur="4771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0.0089 -0.0916 E" pathEditMode="relative" ptsTypes="AA">
                                      <p:cBhvr>
                                        <p:cTn id="47" dur="3063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239 -0.0511 E" pathEditMode="relative" ptsTypes="AA">
                                      <p:cBhvr>
                                        <p:cTn id="52" dur="3487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066 -0.0830 E" pathEditMode="relative" ptsTypes="AA">
                                      <p:cBhvr>
                                        <p:cTn id="57" dur="2894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299 -0.0898 E" pathEditMode="relative" ptsTypes="AA">
                                      <p:cBhvr>
                                        <p:cTn id="62" dur="3457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0200 -0.0551 E" pathEditMode="relative" ptsTypes="AA">
                                      <p:cBhvr>
                                        <p:cTn id="67" dur="3414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265 -0.0785 E" pathEditMode="relative" ptsTypes="AA">
                                      <p:cBhvr>
                                        <p:cTn id="72" dur="4169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-0.0213 -0.0396 E" pathEditMode="relative" ptsTypes="AA">
                                      <p:cBhvr>
                                        <p:cTn id="77" dur="3834" fill="hold" accel="50000" decel="50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125 -0.0397 E" pathEditMode="relative" ptsTypes="AA">
                                      <p:cBhvr>
                                        <p:cTn id="82" dur="4055" fill="hold" accel="50000" decel="50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-0.0011 -0.0794 E" pathEditMode="relative" ptsTypes="AA">
                                      <p:cBhvr>
                                        <p:cTn id="87" dur="2833" fill="hold" accel="50000" decel="50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085 -0.0607 E" pathEditMode="relative" ptsTypes="AA">
                                      <p:cBhvr>
                                        <p:cTn id="92" dur="4315" fill="hold" accel="50000" decel="50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8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272 -0.0468 E" pathEditMode="relative" ptsTypes="AA">
                                      <p:cBhvr>
                                        <p:cTn id="97" dur="3404" fill="hold" accel="50000" decel="50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5.6000 0.0000 E" pathEditMode="relative" ptsTypes="AA">
                                      <p:cBhvr>
                                        <p:cTn id="99" dur="6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4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2" grpId="0" animBg="1"/>
      <p:bldP spid="15" grpId="0" animBg="1"/>
      <p:bldP spid="108" grpId="0"/>
      <p:bldP spid="16" grpId="0"/>
      <p:bldP spid="17" grpId="0"/>
      <p:bldP spid="3" grpId="0" animBg="1"/>
      <p:bldP spid="11" grpId="0" animBg="1"/>
      <p:bldP spid="4" grpId="0" animBg="1"/>
      <p:bldP spid="5" grpId="0" animBg="1"/>
      <p:bldP spid="13" grpId="0" animBg="1"/>
      <p:bldP spid="12" grpId="0" animBg="1"/>
      <p:bldP spid="8" grpId="0" animBg="1"/>
      <p:bldP spid="14" grpId="0" animBg="1"/>
      <p:bldP spid="9" grpId="0" animBg="1"/>
      <p:bldP spid="10" grpId="0" animBg="1"/>
      <p:bldP spid="7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4682411" y="1341494"/>
            <a:ext cx="174712" cy="174712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2835516" y="1241899"/>
            <a:ext cx="196754" cy="196754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2820045" y="7589334"/>
            <a:ext cx="166581" cy="166581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3616689" y="543007"/>
            <a:ext cx="158014" cy="158014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2995411" y="1587067"/>
            <a:ext cx="175601" cy="175601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799276" y="8022573"/>
            <a:ext cx="85640" cy="85640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5122754" y="1401073"/>
            <a:ext cx="192557" cy="192557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220653" y="1357088"/>
            <a:ext cx="198144" cy="198144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5377105" y="7573831"/>
            <a:ext cx="84633" cy="8463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2458764" y="813839"/>
            <a:ext cx="165196" cy="165196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2934319" y="412556"/>
            <a:ext cx="74755" cy="74755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3442024" y="7293157"/>
            <a:ext cx="121111" cy="121111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143 -0.0356 E" pathEditMode="relative" ptsTypes="AA">
                                      <p:cBhvr>
                                        <p:cTn id="16" dur="4526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287 -0.0660 E" pathEditMode="relative" ptsTypes="AA">
                                      <p:cBhvr>
                                        <p:cTn id="21" dur="3411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0.0109 -0.0476 E" pathEditMode="relative" ptsTypes="AA">
                                      <p:cBhvr>
                                        <p:cTn id="26" dur="3687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045 -0.0972 E" pathEditMode="relative" ptsTypes="AA">
                                      <p:cBhvr>
                                        <p:cTn id="31" dur="4083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244 -0.0478 E" pathEditMode="relative" ptsTypes="AA">
                                      <p:cBhvr>
                                        <p:cTn id="36" dur="3792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197 -0.0923 E" pathEditMode="relative" ptsTypes="AA">
                                      <p:cBhvr>
                                        <p:cTn id="41" dur="4593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087 -0.0790 E" pathEditMode="relative" ptsTypes="AA">
                                      <p:cBhvr>
                                        <p:cTn id="46" dur="4663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061 -0.0545 E" pathEditMode="relative" ptsTypes="AA">
                                      <p:cBhvr>
                                        <p:cTn id="51" dur="3089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230 -0.0768 E" pathEditMode="relative" ptsTypes="AA">
                                      <p:cBhvr>
                                        <p:cTn id="56" dur="3879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058 -0.0874 E" pathEditMode="relative" ptsTypes="AA">
                                      <p:cBhvr>
                                        <p:cTn id="61" dur="4738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100 -0.0918 E" pathEditMode="relative" ptsTypes="AA">
                                      <p:cBhvr>
                                        <p:cTn id="66" dur="3853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107 -0.0660 E" pathEditMode="relative" ptsTypes="AA">
                                      <p:cBhvr>
                                        <p:cTn id="71" dur="3359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1307291" y="1675232"/>
            <a:ext cx="114608" cy="114608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3235263" y="954720"/>
            <a:ext cx="147758" cy="147758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2877722" y="7932336"/>
            <a:ext cx="84765" cy="84765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2543625" y="2329673"/>
            <a:ext cx="147030" cy="147030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2391688" y="1931890"/>
            <a:ext cx="126809" cy="126809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4053975" y="7392116"/>
            <a:ext cx="147606" cy="147606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3045208" y="1435411"/>
            <a:ext cx="152395" cy="152395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723583" y="858896"/>
            <a:ext cx="119440" cy="119440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5349994" y="7816546"/>
            <a:ext cx="140386" cy="140386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1378267" y="1053867"/>
            <a:ext cx="138688" cy="138688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2465617" y="2767371"/>
            <a:ext cx="171029" cy="171029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3051565" y="7947927"/>
            <a:ext cx="147388" cy="147388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257 -0.0689 E" pathEditMode="relative" ptsTypes="AA">
                                      <p:cBhvr>
                                        <p:cTn id="16" dur="4097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248 -0.0616 E" pathEditMode="relative" ptsTypes="AA">
                                      <p:cBhvr>
                                        <p:cTn id="21" dur="3585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226 -0.0494 E" pathEditMode="relative" ptsTypes="AA">
                                      <p:cBhvr>
                                        <p:cTn id="26" dur="2853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272 -0.0890 E" pathEditMode="relative" ptsTypes="AA">
                                      <p:cBhvr>
                                        <p:cTn id="31" dur="3786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0.0036 -0.0780 E" pathEditMode="relative" ptsTypes="AA">
                                      <p:cBhvr>
                                        <p:cTn id="36" dur="3022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29 -0.0395 E" pathEditMode="relative" ptsTypes="AA">
                                      <p:cBhvr>
                                        <p:cTn id="41" dur="2844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166 -0.0645 E" pathEditMode="relative" ptsTypes="AA">
                                      <p:cBhvr>
                                        <p:cTn id="46" dur="4456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168 -0.0406 E" pathEditMode="relative" ptsTypes="AA">
                                      <p:cBhvr>
                                        <p:cTn id="51" dur="3829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127 -0.0965 E" pathEditMode="relative" ptsTypes="AA">
                                      <p:cBhvr>
                                        <p:cTn id="56" dur="3083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260 -0.0618 E" pathEditMode="relative" ptsTypes="AA">
                                      <p:cBhvr>
                                        <p:cTn id="61" dur="2917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112 -0.0788 E" pathEditMode="relative" ptsTypes="AA">
                                      <p:cBhvr>
                                        <p:cTn id="66" dur="4634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267 -0.0651 E" pathEditMode="relative" ptsTypes="AA">
                                      <p:cBhvr>
                                        <p:cTn id="71" dur="2866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Halo Glow"/>
          <p:cNvSpPr/>
          <p:nvPr/>
        </p:nvSpPr>
        <p:spPr>
          <a:xfrm>
            <a:off x="9829800" y="82296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FFE38A">
                  <a:alpha val="70000"/>
                </a:srgbClr>
              </a:gs>
              <a:gs pos="45000">
                <a:srgbClr val="F6C445">
                  <a:alpha val="30000"/>
                </a:srgbClr>
              </a:gs>
              <a:gs pos="100000">
                <a:srgbClr val="F6C44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Halo Ring 1"/>
          <p:cNvSpPr/>
          <p:nvPr/>
        </p:nvSpPr>
        <p:spPr>
          <a:xfrm>
            <a:off x="10287000" y="1280160"/>
            <a:ext cx="6949440" cy="6949440"/>
          </a:xfrm>
          <a:prstGeom prst="ellipse">
            <a:avLst/>
          </a:prstGeom>
          <a:noFill/>
          <a:ln w="38100" cap="rnd">
            <a:solidFill>
              <a:srgbClr val="D7263D">
                <a:alpha val="8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Halo Ring 2"/>
          <p:cNvSpPr/>
          <p:nvPr/>
        </p:nvSpPr>
        <p:spPr>
          <a:xfrm>
            <a:off x="10744200" y="1737360"/>
            <a:ext cx="6035040" cy="6035040"/>
          </a:xfrm>
          <a:prstGeom prst="ellipse">
            <a:avLst/>
          </a:prstGeom>
          <a:noFill/>
          <a:ln w="88900" cap="rnd">
            <a:solidFill>
              <a:srgbClr val="F6C445"/>
            </a:solidFill>
            <a:prstDash val="lg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Halo Ring 3"/>
          <p:cNvSpPr/>
          <p:nvPr/>
        </p:nvSpPr>
        <p:spPr>
          <a:xfrm>
            <a:off x="11201400" y="2194560"/>
            <a:ext cx="5120640" cy="5120640"/>
          </a:xfrm>
          <a:prstGeom prst="ellipse">
            <a:avLst/>
          </a:prstGeom>
          <a:noFill/>
          <a:ln w="25400" cap="rnd">
            <a:solidFill>
              <a:srgbClr val="182F55">
                <a:alpha val="55000"/>
              </a:srgbClr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Light Streak 1"/>
          <p:cNvSpPr/>
          <p:nvPr/>
        </p:nvSpPr>
        <p:spPr>
          <a:xfrm rot="19679678">
            <a:off x="1828800" y="12769596"/>
            <a:ext cx="36576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Light Streak 2"/>
          <p:cNvSpPr/>
          <p:nvPr/>
        </p:nvSpPr>
        <p:spPr>
          <a:xfrm rot="19679678">
            <a:off x="457200" y="10492740"/>
            <a:ext cx="27432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Light Streak 3"/>
          <p:cNvSpPr/>
          <p:nvPr/>
        </p:nvSpPr>
        <p:spPr>
          <a:xfrm rot="19679678">
            <a:off x="3200400" y="150510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367480" y="442205"/>
            <a:ext cx="6891820" cy="9786299"/>
          </a:xfrm>
          <a:custGeom>
            <a:avLst/>
            <a:gdLst/>
            <a:ahLst/>
            <a:cxnLst/>
            <a:rect l="l" t="t" r="r" b="b"/>
            <a:pathLst>
              <a:path w="6891820" h="9786299">
                <a:moveTo>
                  <a:pt x="0" y="0"/>
                </a:moveTo>
                <a:lnTo>
                  <a:pt x="6891820" y="0"/>
                </a:lnTo>
                <a:lnTo>
                  <a:pt x="6891820" y="9786300"/>
                </a:lnTo>
                <a:lnTo>
                  <a:pt x="0" y="978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17" b="-281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36922" y="9154878"/>
            <a:ext cx="19646879" cy="1224748"/>
          </a:xfrm>
          <a:custGeom>
            <a:avLst/>
            <a:gdLst/>
            <a:ahLst/>
            <a:cxnLst/>
            <a:rect l="l" t="t" r="r" b="b"/>
            <a:pathLst>
              <a:path w="19646879" h="1224748">
                <a:moveTo>
                  <a:pt x="0" y="0"/>
                </a:moveTo>
                <a:lnTo>
                  <a:pt x="19646879" y="0"/>
                </a:lnTo>
                <a:lnTo>
                  <a:pt x="19646879" y="1224747"/>
                </a:lnTo>
                <a:lnTo>
                  <a:pt x="0" y="122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555819" y="8991171"/>
            <a:ext cx="12756944" cy="1451620"/>
            <a:chOff x="0" y="0"/>
            <a:chExt cx="17009258" cy="1935494"/>
          </a:xfrm>
        </p:grpSpPr>
        <p:sp>
          <p:nvSpPr>
            <p:cNvPr id="6" name="Freeform 6"/>
            <p:cNvSpPr/>
            <p:nvPr/>
          </p:nvSpPr>
          <p:spPr>
            <a:xfrm>
              <a:off x="1080634" y="785635"/>
              <a:ext cx="1175152" cy="628267"/>
            </a:xfrm>
            <a:custGeom>
              <a:avLst/>
              <a:gdLst/>
              <a:ahLst/>
              <a:cxnLst/>
              <a:rect l="l" t="t" r="r" b="b"/>
              <a:pathLst>
                <a:path w="1175152" h="628267">
                  <a:moveTo>
                    <a:pt x="0" y="0"/>
                  </a:moveTo>
                  <a:lnTo>
                    <a:pt x="1175153" y="0"/>
                  </a:lnTo>
                  <a:lnTo>
                    <a:pt x="1175153" y="628267"/>
                  </a:lnTo>
                  <a:lnTo>
                    <a:pt x="0" y="628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537789" y="689391"/>
              <a:ext cx="1812845" cy="757206"/>
            </a:xfrm>
            <a:custGeom>
              <a:avLst/>
              <a:gdLst/>
              <a:ahLst/>
              <a:cxnLst/>
              <a:rect l="l" t="t" r="r" b="b"/>
              <a:pathLst>
                <a:path w="1812845" h="757206">
                  <a:moveTo>
                    <a:pt x="0" y="0"/>
                  </a:moveTo>
                  <a:lnTo>
                    <a:pt x="1812845" y="0"/>
                  </a:lnTo>
                  <a:lnTo>
                    <a:pt x="1812845" y="757207"/>
                  </a:lnTo>
                  <a:lnTo>
                    <a:pt x="0" y="757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928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172025" y="622067"/>
              <a:ext cx="837233" cy="837233"/>
            </a:xfrm>
            <a:custGeom>
              <a:avLst/>
              <a:gdLst/>
              <a:ahLst/>
              <a:cxnLst/>
              <a:rect l="l" t="t" r="r" b="b"/>
              <a:pathLst>
                <a:path w="837233" h="837233">
                  <a:moveTo>
                    <a:pt x="0" y="0"/>
                  </a:moveTo>
                  <a:lnTo>
                    <a:pt x="837233" y="0"/>
                  </a:lnTo>
                  <a:lnTo>
                    <a:pt x="837233" y="837233"/>
                  </a:lnTo>
                  <a:lnTo>
                    <a:pt x="0" y="837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275664" y="198526"/>
              <a:ext cx="1736968" cy="1736968"/>
            </a:xfrm>
            <a:custGeom>
              <a:avLst/>
              <a:gdLst/>
              <a:ahLst/>
              <a:cxnLst/>
              <a:rect l="l" t="t" r="r" b="b"/>
              <a:pathLst>
                <a:path w="1736968" h="1736968">
                  <a:moveTo>
                    <a:pt x="0" y="0"/>
                  </a:moveTo>
                  <a:lnTo>
                    <a:pt x="1736969" y="0"/>
                  </a:lnTo>
                  <a:lnTo>
                    <a:pt x="1736969" y="1736968"/>
                  </a:lnTo>
                  <a:lnTo>
                    <a:pt x="0" y="173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7603867" y="497704"/>
              <a:ext cx="2140673" cy="1204128"/>
            </a:xfrm>
            <a:custGeom>
              <a:avLst/>
              <a:gdLst/>
              <a:ahLst/>
              <a:cxnLst/>
              <a:rect l="l" t="t" r="r" b="b"/>
              <a:pathLst>
                <a:path w="2140673" h="1204128">
                  <a:moveTo>
                    <a:pt x="0" y="0"/>
                  </a:moveTo>
                  <a:lnTo>
                    <a:pt x="2140673" y="0"/>
                  </a:lnTo>
                  <a:lnTo>
                    <a:pt x="2140673" y="1204128"/>
                  </a:lnTo>
                  <a:lnTo>
                    <a:pt x="0" y="120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1648418" y="740237"/>
              <a:ext cx="1178792" cy="719063"/>
            </a:xfrm>
            <a:custGeom>
              <a:avLst/>
              <a:gdLst/>
              <a:ahLst/>
              <a:cxnLst/>
              <a:rect l="l" t="t" r="r" b="b"/>
              <a:pathLst>
                <a:path w="1178792" h="719063">
                  <a:moveTo>
                    <a:pt x="0" y="0"/>
                  </a:moveTo>
                  <a:lnTo>
                    <a:pt x="1178792" y="0"/>
                  </a:lnTo>
                  <a:lnTo>
                    <a:pt x="1178792" y="719063"/>
                  </a:lnTo>
                  <a:lnTo>
                    <a:pt x="0" y="719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3109213" y="689391"/>
              <a:ext cx="1007059" cy="820753"/>
            </a:xfrm>
            <a:custGeom>
              <a:avLst/>
              <a:gdLst/>
              <a:ahLst/>
              <a:cxnLst/>
              <a:rect l="l" t="t" r="r" b="b"/>
              <a:pathLst>
                <a:path w="1007059" h="820753">
                  <a:moveTo>
                    <a:pt x="0" y="0"/>
                  </a:moveTo>
                  <a:lnTo>
                    <a:pt x="1007059" y="0"/>
                  </a:lnTo>
                  <a:lnTo>
                    <a:pt x="1007059" y="820754"/>
                  </a:lnTo>
                  <a:lnTo>
                    <a:pt x="0" y="820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580062"/>
              <a:ext cx="921242" cy="921242"/>
            </a:xfrm>
            <a:custGeom>
              <a:avLst/>
              <a:gdLst/>
              <a:ahLst/>
              <a:cxnLst/>
              <a:rect l="l" t="t" r="r" b="b"/>
              <a:pathLst>
                <a:path w="921242" h="921242">
                  <a:moveTo>
                    <a:pt x="0" y="0"/>
                  </a:moveTo>
                  <a:lnTo>
                    <a:pt x="921242" y="0"/>
                  </a:lnTo>
                  <a:lnTo>
                    <a:pt x="921242" y="921242"/>
                  </a:lnTo>
                  <a:lnTo>
                    <a:pt x="0" y="921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6267545" y="537912"/>
              <a:ext cx="1423778" cy="1005543"/>
            </a:xfrm>
            <a:custGeom>
              <a:avLst/>
              <a:gdLst/>
              <a:ahLst/>
              <a:cxnLst/>
              <a:rect l="l" t="t" r="r" b="b"/>
              <a:pathLst>
                <a:path w="1423778" h="1005543">
                  <a:moveTo>
                    <a:pt x="0" y="0"/>
                  </a:moveTo>
                  <a:lnTo>
                    <a:pt x="1423778" y="0"/>
                  </a:lnTo>
                  <a:lnTo>
                    <a:pt x="1423778" y="1005543"/>
                  </a:lnTo>
                  <a:lnTo>
                    <a:pt x="0" y="1005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4456716" y="855690"/>
              <a:ext cx="1810829" cy="603610"/>
            </a:xfrm>
            <a:custGeom>
              <a:avLst/>
              <a:gdLst/>
              <a:ahLst/>
              <a:cxnLst/>
              <a:rect l="l" t="t" r="r" b="b"/>
              <a:pathLst>
                <a:path w="1810829" h="603610">
                  <a:moveTo>
                    <a:pt x="0" y="0"/>
                  </a:moveTo>
                  <a:lnTo>
                    <a:pt x="1810829" y="0"/>
                  </a:lnTo>
                  <a:lnTo>
                    <a:pt x="1810829" y="603610"/>
                  </a:lnTo>
                  <a:lnTo>
                    <a:pt x="0" y="603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672310" y="0"/>
              <a:ext cx="1902921" cy="1902921"/>
            </a:xfrm>
            <a:custGeom>
              <a:avLst/>
              <a:gdLst/>
              <a:ahLst/>
              <a:cxnLst/>
              <a:rect l="l" t="t" r="r" b="b"/>
              <a:pathLst>
                <a:path w="1902921" h="1902921">
                  <a:moveTo>
                    <a:pt x="0" y="0"/>
                  </a:moveTo>
                  <a:lnTo>
                    <a:pt x="1902921" y="0"/>
                  </a:lnTo>
                  <a:lnTo>
                    <a:pt x="1902921" y="1902921"/>
                  </a:lnTo>
                  <a:lnTo>
                    <a:pt x="0" y="190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4309193"/>
            <a:ext cx="8385044" cy="101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7"/>
              </a:lnSpc>
            </a:pPr>
            <a:r>
              <a:rPr lang="en-US" sz="7633" b="1" dirty="0" err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Taklimat</a:t>
            </a:r>
            <a:r>
              <a:rPr lang="en-US" sz="7633" b="1" dirty="0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Oleh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2410" y="5402030"/>
            <a:ext cx="1282838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800" b="1" dirty="0" err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YBrs</a:t>
            </a:r>
            <a:r>
              <a:rPr lang="en-US" sz="2800" b="1" dirty="0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 Encik Muhammad </a:t>
            </a:r>
            <a:r>
              <a:rPr lang="en-US" sz="2800" b="1" dirty="0" err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Ridzwan</a:t>
            </a:r>
            <a:r>
              <a:rPr lang="en-US" sz="2800" b="1" dirty="0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Yap bin </a:t>
            </a:r>
            <a:r>
              <a:rPr lang="en-US" sz="3200" b="1" dirty="0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Abdullah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2410" y="5885645"/>
            <a:ext cx="7048870" cy="28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2197" b="1" i="1" dirty="0" err="1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ketua</a:t>
            </a:r>
            <a:r>
              <a:rPr lang="en-US" sz="2197" b="1" i="1" dirty="0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2197" b="1" i="1" dirty="0" err="1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Pegawai</a:t>
            </a:r>
            <a:r>
              <a:rPr lang="en-US" sz="2197" b="1" i="1" dirty="0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2197" b="1" i="1" dirty="0" err="1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Operasi</a:t>
            </a:r>
            <a:r>
              <a:rPr lang="en-US" sz="2197" b="1" i="1" dirty="0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MCORP</a:t>
            </a:r>
          </a:p>
        </p:txBody>
      </p:sp>
      <p:sp>
        <p:nvSpPr>
          <p:cNvPr id="108" name="Aturcara Tag"/>
          <p:cNvSpPr/>
          <p:nvPr/>
        </p:nvSpPr>
        <p:spPr>
          <a:xfrm>
            <a:off x="1028700" y="3440513"/>
            <a:ext cx="3291840" cy="566928"/>
          </a:xfrm>
          <a:prstGeom prst="roundRect">
            <a:avLst/>
          </a:prstGeom>
          <a:gradFill rotWithShape="1">
            <a:gsLst>
              <a:gs pos="0">
                <a:srgbClr val="D7263D">
                  <a:alpha val="100000"/>
                </a:srgbClr>
              </a:gs>
              <a:gs pos="100000">
                <a:srgbClr val="9E1528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152400" dist="38100" dir="5400000" algn="t" rotWithShape="0">
              <a:srgbClr val="9E1528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ms-MY" sz="2000" b="1" spc="400">
                <a:solidFill>
                  <a:srgbClr val="FFFFFF"/>
                </a:solidFill>
                <a:latin typeface="Montserrat Bold"/>
                <a:cs typeface="Montserrat Bold"/>
              </a:rPr>
              <a:t>ATURCARA 03</a:t>
            </a:r>
          </a:p>
        </p:txBody>
      </p:sp>
      <p:sp>
        <p:nvSpPr>
          <p:cNvPr id="109" name="Particle 1"/>
          <p:cNvSpPr/>
          <p:nvPr/>
        </p:nvSpPr>
        <p:spPr>
          <a:xfrm>
            <a:off x="8650823" y="733467"/>
            <a:ext cx="102174" cy="102174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2"/>
          <p:cNvSpPr/>
          <p:nvPr/>
        </p:nvSpPr>
        <p:spPr>
          <a:xfrm>
            <a:off x="4898663" y="7261375"/>
            <a:ext cx="177007" cy="177007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3"/>
          <p:cNvSpPr/>
          <p:nvPr/>
        </p:nvSpPr>
        <p:spPr>
          <a:xfrm>
            <a:off x="11228903" y="1825714"/>
            <a:ext cx="136518" cy="136518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4"/>
          <p:cNvSpPr/>
          <p:nvPr/>
        </p:nvSpPr>
        <p:spPr>
          <a:xfrm>
            <a:off x="5012375" y="1242594"/>
            <a:ext cx="162912" cy="162912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5"/>
          <p:cNvSpPr/>
          <p:nvPr/>
        </p:nvSpPr>
        <p:spPr>
          <a:xfrm>
            <a:off x="7432329" y="7240394"/>
            <a:ext cx="85591" cy="85591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6"/>
          <p:cNvSpPr/>
          <p:nvPr/>
        </p:nvSpPr>
        <p:spPr>
          <a:xfrm>
            <a:off x="15336047" y="1460385"/>
            <a:ext cx="116478" cy="116478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7"/>
          <p:cNvSpPr/>
          <p:nvPr/>
        </p:nvSpPr>
        <p:spPr>
          <a:xfrm>
            <a:off x="5173166" y="603453"/>
            <a:ext cx="150821" cy="150821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Particle 8"/>
          <p:cNvSpPr/>
          <p:nvPr/>
        </p:nvSpPr>
        <p:spPr>
          <a:xfrm>
            <a:off x="7981466" y="7093042"/>
            <a:ext cx="166468" cy="166468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Particle 9"/>
          <p:cNvSpPr/>
          <p:nvPr/>
        </p:nvSpPr>
        <p:spPr>
          <a:xfrm>
            <a:off x="14595476" y="1497942"/>
            <a:ext cx="93417" cy="93417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Particle 10"/>
          <p:cNvSpPr/>
          <p:nvPr/>
        </p:nvSpPr>
        <p:spPr>
          <a:xfrm>
            <a:off x="2358085" y="768330"/>
            <a:ext cx="137624" cy="137624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Particle 11"/>
          <p:cNvSpPr/>
          <p:nvPr/>
        </p:nvSpPr>
        <p:spPr>
          <a:xfrm>
            <a:off x="7781999" y="8010971"/>
            <a:ext cx="176605" cy="176605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Particle 12"/>
          <p:cNvSpPr/>
          <p:nvPr/>
        </p:nvSpPr>
        <p:spPr>
          <a:xfrm>
            <a:off x="11455715" y="951327"/>
            <a:ext cx="111007" cy="111007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ythrough hasBounce="1"/>
      </p:transition>
    </mc:Choice>
    <mc:Fallback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0" dur="2400" fill="hold"/>
                                        <p:tgtEl>
                                          <p:spTgt spid="10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8" presetClass="emph" presetSubtype="0" repeatCount="indefinite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id="17" dur="26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4" dur="18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-21600000">
                                      <p:cBhvr>
                                        <p:cTn id="31" dur="1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2.4000 -2.6667 E" pathEditMode="relative" ptsTypes="AA">
                                      <p:cBhvr>
                                        <p:cTn id="33" dur="3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2.7600 -3.0667 E" pathEditMode="relative" ptsTypes="AA">
                                      <p:cBhvr>
                                        <p:cTn id="35" dur="437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2.5200 -2.8000 E" pathEditMode="relative" ptsTypes="AA">
                                      <p:cBhvr>
                                        <p:cTn id="37" dur="336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23 -0.0409 E" pathEditMode="relative" ptsTypes="AA">
                                      <p:cBhvr>
                                        <p:cTn id="42" dur="3613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282 -0.0659 E" pathEditMode="relative" ptsTypes="AA">
                                      <p:cBhvr>
                                        <p:cTn id="47" dur="4199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246 -0.0501 E" pathEditMode="relative" ptsTypes="AA">
                                      <p:cBhvr>
                                        <p:cTn id="52" dur="2681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0.0247 -0.0807 E" pathEditMode="relative" ptsTypes="AA">
                                      <p:cBhvr>
                                        <p:cTn id="57" dur="3658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0.0198 -0.0423 E" pathEditMode="relative" ptsTypes="AA">
                                      <p:cBhvr>
                                        <p:cTn id="62" dur="2837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90 -0.0916 E" pathEditMode="relative" ptsTypes="AA">
                                      <p:cBhvr>
                                        <p:cTn id="67" dur="3182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121 -0.0448 E" pathEditMode="relative" ptsTypes="AA">
                                      <p:cBhvr>
                                        <p:cTn id="72" dur="4468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-0.0086 -0.0902 E" pathEditMode="relative" ptsTypes="AA">
                                      <p:cBhvr>
                                        <p:cTn id="77" dur="3152" fill="hold" accel="50000" decel="50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112 -0.0578 E" pathEditMode="relative" ptsTypes="AA">
                                      <p:cBhvr>
                                        <p:cTn id="82" dur="4626" fill="hold" accel="50000" decel="50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017 -0.0673 E" pathEditMode="relative" ptsTypes="AA">
                                      <p:cBhvr>
                                        <p:cTn id="87" dur="2892" fill="hold" accel="50000" decel="50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27 -0.0570 E" pathEditMode="relative" ptsTypes="AA">
                                      <p:cBhvr>
                                        <p:cTn id="92" dur="2648" fill="hold" accel="50000" decel="50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8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147 -0.0541 E" pathEditMode="relative" ptsTypes="AA">
                                      <p:cBhvr>
                                        <p:cTn id="97" dur="4307" fill="hold" accel="50000" decel="50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5.6000 0.0000 E" pathEditMode="relative" ptsTypes="AA">
                                      <p:cBhvr>
                                        <p:cTn id="99" dur="6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2" grpId="0" animBg="1"/>
      <p:bldP spid="3" grpId="0" animBg="1"/>
      <p:bldP spid="108" grpId="0"/>
      <p:bldP spid="17" grpId="0"/>
      <p:bldP spid="18" grpId="0"/>
      <p:bldP spid="19" grpId="0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2426100" y="644457"/>
            <a:ext cx="132424" cy="132424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2538022" y="1282055"/>
            <a:ext cx="132516" cy="132516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5739956" y="8080235"/>
            <a:ext cx="94840" cy="94840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3094768" y="2224210"/>
            <a:ext cx="87355" cy="87355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3183965" y="2886639"/>
            <a:ext cx="174233" cy="17423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4787324" y="8032815"/>
            <a:ext cx="187032" cy="187032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5006522" y="2134777"/>
            <a:ext cx="98689" cy="98689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696852" y="2385396"/>
            <a:ext cx="90965" cy="90965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3723621" y="8013705"/>
            <a:ext cx="88672" cy="88672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5163723" y="1373216"/>
            <a:ext cx="90202" cy="90202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2065816" y="2117890"/>
            <a:ext cx="126932" cy="126932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4496847" y="6998415"/>
            <a:ext cx="193451" cy="193451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20 -0.0360 E" pathEditMode="relative" ptsTypes="AA">
                                      <p:cBhvr>
                                        <p:cTn id="16" dur="4659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0.0262 -0.0791 E" pathEditMode="relative" ptsTypes="AA">
                                      <p:cBhvr>
                                        <p:cTn id="21" dur="4152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046 -0.0460 E" pathEditMode="relative" ptsTypes="AA">
                                      <p:cBhvr>
                                        <p:cTn id="26" dur="2810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0.0054 -0.0837 E" pathEditMode="relative" ptsTypes="AA">
                                      <p:cBhvr>
                                        <p:cTn id="31" dur="4171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177 -0.0495 E" pathEditMode="relative" ptsTypes="AA">
                                      <p:cBhvr>
                                        <p:cTn id="36" dur="4327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0062 -0.0568 E" pathEditMode="relative" ptsTypes="AA">
                                      <p:cBhvr>
                                        <p:cTn id="41" dur="2776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-0.0267 -0.0591 E" pathEditMode="relative" ptsTypes="AA">
                                      <p:cBhvr>
                                        <p:cTn id="46" dur="4614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10 -0.0955 E" pathEditMode="relative" ptsTypes="AA">
                                      <p:cBhvr>
                                        <p:cTn id="51" dur="2615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178 -0.0361 E" pathEditMode="relative" ptsTypes="AA">
                                      <p:cBhvr>
                                        <p:cTn id="56" dur="2942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044 -0.0690 E" pathEditMode="relative" ptsTypes="AA">
                                      <p:cBhvr>
                                        <p:cTn id="61" dur="3411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244 -0.0716 E" pathEditMode="relative" ptsTypes="AA">
                                      <p:cBhvr>
                                        <p:cTn id="66" dur="3306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138 -0.0781 E" pathEditMode="relative" ptsTypes="AA">
                                      <p:cBhvr>
                                        <p:cTn id="71" dur="3211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2" y="-67635"/>
            <a:ext cx="18286648" cy="10286239"/>
          </a:xfrm>
          <a:custGeom>
            <a:avLst/>
            <a:gdLst/>
            <a:ahLst/>
            <a:cxnLst/>
            <a:rect l="l" t="t" r="r" b="b"/>
            <a:pathLst>
              <a:path w="18286648" h="10286239">
                <a:moveTo>
                  <a:pt x="0" y="0"/>
                </a:moveTo>
                <a:lnTo>
                  <a:pt x="18286648" y="0"/>
                </a:lnTo>
                <a:lnTo>
                  <a:pt x="18286648" y="10286240"/>
                </a:lnTo>
                <a:lnTo>
                  <a:pt x="0" y="1028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Halo Glow"/>
          <p:cNvSpPr/>
          <p:nvPr/>
        </p:nvSpPr>
        <p:spPr>
          <a:xfrm>
            <a:off x="9875520" y="91440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FFE38A">
                  <a:alpha val="70000"/>
                </a:srgbClr>
              </a:gs>
              <a:gs pos="45000">
                <a:srgbClr val="F6C445">
                  <a:alpha val="30000"/>
                </a:srgbClr>
              </a:gs>
              <a:gs pos="100000">
                <a:srgbClr val="F6C44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Halo Ring 1"/>
          <p:cNvSpPr/>
          <p:nvPr/>
        </p:nvSpPr>
        <p:spPr>
          <a:xfrm>
            <a:off x="10332720" y="1371600"/>
            <a:ext cx="6949440" cy="6949440"/>
          </a:xfrm>
          <a:prstGeom prst="ellipse">
            <a:avLst/>
          </a:prstGeom>
          <a:noFill/>
          <a:ln w="38100" cap="rnd">
            <a:solidFill>
              <a:srgbClr val="D7263D">
                <a:alpha val="85000"/>
              </a:srgbClr>
            </a:solidFill>
            <a:prstDash val="sys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Halo Ring 2"/>
          <p:cNvSpPr/>
          <p:nvPr/>
        </p:nvSpPr>
        <p:spPr>
          <a:xfrm>
            <a:off x="10789920" y="1828800"/>
            <a:ext cx="6035040" cy="6035040"/>
          </a:xfrm>
          <a:prstGeom prst="ellipse">
            <a:avLst/>
          </a:prstGeom>
          <a:noFill/>
          <a:ln w="88900" cap="rnd">
            <a:solidFill>
              <a:srgbClr val="F6C445"/>
            </a:solidFill>
            <a:prstDash val="lg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Halo Ring 3"/>
          <p:cNvSpPr/>
          <p:nvPr/>
        </p:nvSpPr>
        <p:spPr>
          <a:xfrm>
            <a:off x="11247120" y="2286000"/>
            <a:ext cx="5120640" cy="5120640"/>
          </a:xfrm>
          <a:prstGeom prst="ellipse">
            <a:avLst/>
          </a:prstGeom>
          <a:noFill/>
          <a:ln w="25400" cap="rnd">
            <a:solidFill>
              <a:srgbClr val="182F55">
                <a:alpha val="55000"/>
              </a:srgbClr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Light Streak 1"/>
          <p:cNvSpPr/>
          <p:nvPr/>
        </p:nvSpPr>
        <p:spPr>
          <a:xfrm rot="19679678">
            <a:off x="1828800" y="12769596"/>
            <a:ext cx="36576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Light Streak 2"/>
          <p:cNvSpPr/>
          <p:nvPr/>
        </p:nvSpPr>
        <p:spPr>
          <a:xfrm rot="19679678">
            <a:off x="457200" y="10492740"/>
            <a:ext cx="27432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Light Streak 3"/>
          <p:cNvSpPr/>
          <p:nvPr/>
        </p:nvSpPr>
        <p:spPr>
          <a:xfrm rot="19679678">
            <a:off x="3200400" y="150510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890736" y="1379963"/>
            <a:ext cx="3737667" cy="28575"/>
          </a:xfrm>
          <a:custGeom>
            <a:avLst/>
            <a:gdLst/>
            <a:ahLst/>
            <a:cxnLst/>
            <a:rect l="l" t="t" r="r" b="b"/>
            <a:pathLst>
              <a:path w="3737667" h="28575">
                <a:moveTo>
                  <a:pt x="0" y="0"/>
                </a:moveTo>
                <a:lnTo>
                  <a:pt x="3737667" y="0"/>
                </a:lnTo>
                <a:lnTo>
                  <a:pt x="3737667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72853" y="1408538"/>
            <a:ext cx="5395422" cy="8093133"/>
          </a:xfrm>
          <a:custGeom>
            <a:avLst/>
            <a:gdLst/>
            <a:ahLst/>
            <a:cxnLst/>
            <a:rect l="l" t="t" r="r" b="b"/>
            <a:pathLst>
              <a:path w="5395422" h="8093133">
                <a:moveTo>
                  <a:pt x="0" y="0"/>
                </a:moveTo>
                <a:lnTo>
                  <a:pt x="5395422" y="0"/>
                </a:lnTo>
                <a:lnTo>
                  <a:pt x="5395422" y="8093133"/>
                </a:lnTo>
                <a:lnTo>
                  <a:pt x="0" y="8093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51591" y="9146962"/>
            <a:ext cx="20806719" cy="1297050"/>
          </a:xfrm>
          <a:custGeom>
            <a:avLst/>
            <a:gdLst/>
            <a:ahLst/>
            <a:cxnLst/>
            <a:rect l="l" t="t" r="r" b="b"/>
            <a:pathLst>
              <a:path w="20806719" h="1297050">
                <a:moveTo>
                  <a:pt x="0" y="0"/>
                </a:moveTo>
                <a:lnTo>
                  <a:pt x="20806719" y="0"/>
                </a:lnTo>
                <a:lnTo>
                  <a:pt x="20806719" y="1297050"/>
                </a:lnTo>
                <a:lnTo>
                  <a:pt x="0" y="1297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555819" y="8991171"/>
            <a:ext cx="12756944" cy="1451620"/>
            <a:chOff x="0" y="0"/>
            <a:chExt cx="17009258" cy="1935494"/>
          </a:xfrm>
        </p:grpSpPr>
        <p:sp>
          <p:nvSpPr>
            <p:cNvPr id="7" name="Freeform 7"/>
            <p:cNvSpPr/>
            <p:nvPr/>
          </p:nvSpPr>
          <p:spPr>
            <a:xfrm>
              <a:off x="1080634" y="785635"/>
              <a:ext cx="1175152" cy="628267"/>
            </a:xfrm>
            <a:custGeom>
              <a:avLst/>
              <a:gdLst/>
              <a:ahLst/>
              <a:cxnLst/>
              <a:rect l="l" t="t" r="r" b="b"/>
              <a:pathLst>
                <a:path w="1175152" h="628267">
                  <a:moveTo>
                    <a:pt x="0" y="0"/>
                  </a:moveTo>
                  <a:lnTo>
                    <a:pt x="1175153" y="0"/>
                  </a:lnTo>
                  <a:lnTo>
                    <a:pt x="1175153" y="628267"/>
                  </a:lnTo>
                  <a:lnTo>
                    <a:pt x="0" y="628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537789" y="689391"/>
              <a:ext cx="1812845" cy="757206"/>
            </a:xfrm>
            <a:custGeom>
              <a:avLst/>
              <a:gdLst/>
              <a:ahLst/>
              <a:cxnLst/>
              <a:rect l="l" t="t" r="r" b="b"/>
              <a:pathLst>
                <a:path w="1812845" h="757206">
                  <a:moveTo>
                    <a:pt x="0" y="0"/>
                  </a:moveTo>
                  <a:lnTo>
                    <a:pt x="1812845" y="0"/>
                  </a:lnTo>
                  <a:lnTo>
                    <a:pt x="1812845" y="757207"/>
                  </a:lnTo>
                  <a:lnTo>
                    <a:pt x="0" y="757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9284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6172025" y="622067"/>
              <a:ext cx="837233" cy="837233"/>
            </a:xfrm>
            <a:custGeom>
              <a:avLst/>
              <a:gdLst/>
              <a:ahLst/>
              <a:cxnLst/>
              <a:rect l="l" t="t" r="r" b="b"/>
              <a:pathLst>
                <a:path w="837233" h="837233">
                  <a:moveTo>
                    <a:pt x="0" y="0"/>
                  </a:moveTo>
                  <a:lnTo>
                    <a:pt x="837233" y="0"/>
                  </a:lnTo>
                  <a:lnTo>
                    <a:pt x="837233" y="837233"/>
                  </a:lnTo>
                  <a:lnTo>
                    <a:pt x="0" y="837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4275664" y="198526"/>
              <a:ext cx="1736968" cy="1736968"/>
            </a:xfrm>
            <a:custGeom>
              <a:avLst/>
              <a:gdLst/>
              <a:ahLst/>
              <a:cxnLst/>
              <a:rect l="l" t="t" r="r" b="b"/>
              <a:pathLst>
                <a:path w="1736968" h="1736968">
                  <a:moveTo>
                    <a:pt x="0" y="0"/>
                  </a:moveTo>
                  <a:lnTo>
                    <a:pt x="1736969" y="0"/>
                  </a:lnTo>
                  <a:lnTo>
                    <a:pt x="1736969" y="1736968"/>
                  </a:lnTo>
                  <a:lnTo>
                    <a:pt x="0" y="173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7603867" y="497704"/>
              <a:ext cx="2140673" cy="1204128"/>
            </a:xfrm>
            <a:custGeom>
              <a:avLst/>
              <a:gdLst/>
              <a:ahLst/>
              <a:cxnLst/>
              <a:rect l="l" t="t" r="r" b="b"/>
              <a:pathLst>
                <a:path w="2140673" h="1204128">
                  <a:moveTo>
                    <a:pt x="0" y="0"/>
                  </a:moveTo>
                  <a:lnTo>
                    <a:pt x="2140673" y="0"/>
                  </a:lnTo>
                  <a:lnTo>
                    <a:pt x="2140673" y="1204128"/>
                  </a:lnTo>
                  <a:lnTo>
                    <a:pt x="0" y="120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1648418" y="740237"/>
              <a:ext cx="1178792" cy="719063"/>
            </a:xfrm>
            <a:custGeom>
              <a:avLst/>
              <a:gdLst/>
              <a:ahLst/>
              <a:cxnLst/>
              <a:rect l="l" t="t" r="r" b="b"/>
              <a:pathLst>
                <a:path w="1178792" h="719063">
                  <a:moveTo>
                    <a:pt x="0" y="0"/>
                  </a:moveTo>
                  <a:lnTo>
                    <a:pt x="1178792" y="0"/>
                  </a:lnTo>
                  <a:lnTo>
                    <a:pt x="1178792" y="719063"/>
                  </a:lnTo>
                  <a:lnTo>
                    <a:pt x="0" y="719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109213" y="689391"/>
              <a:ext cx="1007059" cy="820753"/>
            </a:xfrm>
            <a:custGeom>
              <a:avLst/>
              <a:gdLst/>
              <a:ahLst/>
              <a:cxnLst/>
              <a:rect l="l" t="t" r="r" b="b"/>
              <a:pathLst>
                <a:path w="1007059" h="820753">
                  <a:moveTo>
                    <a:pt x="0" y="0"/>
                  </a:moveTo>
                  <a:lnTo>
                    <a:pt x="1007059" y="0"/>
                  </a:lnTo>
                  <a:lnTo>
                    <a:pt x="1007059" y="820754"/>
                  </a:lnTo>
                  <a:lnTo>
                    <a:pt x="0" y="820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80062"/>
              <a:ext cx="921242" cy="921242"/>
            </a:xfrm>
            <a:custGeom>
              <a:avLst/>
              <a:gdLst/>
              <a:ahLst/>
              <a:cxnLst/>
              <a:rect l="l" t="t" r="r" b="b"/>
              <a:pathLst>
                <a:path w="921242" h="921242">
                  <a:moveTo>
                    <a:pt x="0" y="0"/>
                  </a:moveTo>
                  <a:lnTo>
                    <a:pt x="921242" y="0"/>
                  </a:lnTo>
                  <a:lnTo>
                    <a:pt x="921242" y="921242"/>
                  </a:lnTo>
                  <a:lnTo>
                    <a:pt x="0" y="921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6267545" y="537912"/>
              <a:ext cx="1423778" cy="1005543"/>
            </a:xfrm>
            <a:custGeom>
              <a:avLst/>
              <a:gdLst/>
              <a:ahLst/>
              <a:cxnLst/>
              <a:rect l="l" t="t" r="r" b="b"/>
              <a:pathLst>
                <a:path w="1423778" h="1005543">
                  <a:moveTo>
                    <a:pt x="0" y="0"/>
                  </a:moveTo>
                  <a:lnTo>
                    <a:pt x="1423778" y="0"/>
                  </a:lnTo>
                  <a:lnTo>
                    <a:pt x="1423778" y="1005543"/>
                  </a:lnTo>
                  <a:lnTo>
                    <a:pt x="0" y="1005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4456716" y="855690"/>
              <a:ext cx="1810829" cy="603610"/>
            </a:xfrm>
            <a:custGeom>
              <a:avLst/>
              <a:gdLst/>
              <a:ahLst/>
              <a:cxnLst/>
              <a:rect l="l" t="t" r="r" b="b"/>
              <a:pathLst>
                <a:path w="1810829" h="603610">
                  <a:moveTo>
                    <a:pt x="0" y="0"/>
                  </a:moveTo>
                  <a:lnTo>
                    <a:pt x="1810829" y="0"/>
                  </a:lnTo>
                  <a:lnTo>
                    <a:pt x="1810829" y="603610"/>
                  </a:lnTo>
                  <a:lnTo>
                    <a:pt x="0" y="603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672310" y="0"/>
              <a:ext cx="1902921" cy="1902921"/>
            </a:xfrm>
            <a:custGeom>
              <a:avLst/>
              <a:gdLst/>
              <a:ahLst/>
              <a:cxnLst/>
              <a:rect l="l" t="t" r="r" b="b"/>
              <a:pathLst>
                <a:path w="1902921" h="1902921">
                  <a:moveTo>
                    <a:pt x="0" y="0"/>
                  </a:moveTo>
                  <a:lnTo>
                    <a:pt x="1902921" y="0"/>
                  </a:lnTo>
                  <a:lnTo>
                    <a:pt x="1902921" y="1902921"/>
                  </a:lnTo>
                  <a:lnTo>
                    <a:pt x="0" y="190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310970" y="3985572"/>
            <a:ext cx="7884914" cy="94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3"/>
              </a:lnSpc>
            </a:pPr>
            <a:r>
              <a:rPr lang="en-US" sz="7177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Ucapan Amanat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8276" y="5210333"/>
            <a:ext cx="8734497" cy="42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3230" b="1">
                <a:solidFill>
                  <a:srgbClr val="182F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YBhg. Datuk Saiful Azwa bin Kipli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8276" y="5670559"/>
            <a:ext cx="6628436" cy="27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sz="2065" b="1" i="1">
                <a:solidFill>
                  <a:srgbClr val="182F5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Ketua Pegawai Eksekutif MCORP</a:t>
            </a:r>
          </a:p>
        </p:txBody>
      </p:sp>
      <p:sp>
        <p:nvSpPr>
          <p:cNvPr id="108" name="Aturcara Tag"/>
          <p:cNvSpPr/>
          <p:nvPr/>
        </p:nvSpPr>
        <p:spPr>
          <a:xfrm>
            <a:off x="1310970" y="3116892"/>
            <a:ext cx="3291840" cy="566928"/>
          </a:xfrm>
          <a:prstGeom prst="roundRect">
            <a:avLst/>
          </a:prstGeom>
          <a:gradFill rotWithShape="1">
            <a:gsLst>
              <a:gs pos="0">
                <a:srgbClr val="D7263D">
                  <a:alpha val="100000"/>
                </a:srgbClr>
              </a:gs>
              <a:gs pos="100000">
                <a:srgbClr val="9E1528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152400" dist="38100" dir="5400000" algn="t" rotWithShape="0">
              <a:srgbClr val="9E1528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ms-MY" sz="2000" b="1" spc="400">
                <a:solidFill>
                  <a:srgbClr val="FFFFFF"/>
                </a:solidFill>
                <a:latin typeface="Montserrat Bold"/>
                <a:cs typeface="Montserrat Bold"/>
              </a:rPr>
              <a:t>ATURCARA 04</a:t>
            </a:r>
          </a:p>
        </p:txBody>
      </p:sp>
      <p:sp>
        <p:nvSpPr>
          <p:cNvPr id="109" name="Particle 1"/>
          <p:cNvSpPr/>
          <p:nvPr/>
        </p:nvSpPr>
        <p:spPr>
          <a:xfrm>
            <a:off x="4261105" y="1394411"/>
            <a:ext cx="146301" cy="146301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2"/>
          <p:cNvSpPr/>
          <p:nvPr/>
        </p:nvSpPr>
        <p:spPr>
          <a:xfrm>
            <a:off x="2050145" y="7436880"/>
            <a:ext cx="156807" cy="156807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3"/>
          <p:cNvSpPr/>
          <p:nvPr/>
        </p:nvSpPr>
        <p:spPr>
          <a:xfrm>
            <a:off x="16771421" y="1576269"/>
            <a:ext cx="78856" cy="78856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4"/>
          <p:cNvSpPr/>
          <p:nvPr/>
        </p:nvSpPr>
        <p:spPr>
          <a:xfrm>
            <a:off x="6375886" y="1516948"/>
            <a:ext cx="131634" cy="131634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5"/>
          <p:cNvSpPr/>
          <p:nvPr/>
        </p:nvSpPr>
        <p:spPr>
          <a:xfrm>
            <a:off x="5778954" y="6739875"/>
            <a:ext cx="197249" cy="197249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6"/>
          <p:cNvSpPr/>
          <p:nvPr/>
        </p:nvSpPr>
        <p:spPr>
          <a:xfrm>
            <a:off x="16046348" y="1177947"/>
            <a:ext cx="141813" cy="141813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7"/>
          <p:cNvSpPr/>
          <p:nvPr/>
        </p:nvSpPr>
        <p:spPr>
          <a:xfrm>
            <a:off x="5542102" y="1783545"/>
            <a:ext cx="81472" cy="81472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Particle 8"/>
          <p:cNvSpPr/>
          <p:nvPr/>
        </p:nvSpPr>
        <p:spPr>
          <a:xfrm>
            <a:off x="992783" y="7115735"/>
            <a:ext cx="103668" cy="103668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Particle 9"/>
          <p:cNvSpPr/>
          <p:nvPr/>
        </p:nvSpPr>
        <p:spPr>
          <a:xfrm>
            <a:off x="14360761" y="1324975"/>
            <a:ext cx="92314" cy="92314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Particle 10"/>
          <p:cNvSpPr/>
          <p:nvPr/>
        </p:nvSpPr>
        <p:spPr>
          <a:xfrm>
            <a:off x="8812487" y="827973"/>
            <a:ext cx="129678" cy="129678"/>
          </a:xfrm>
          <a:prstGeom prst="ellipse">
            <a:avLst/>
          </a:prstGeom>
          <a:solidFill>
            <a:srgbClr val="F6C445">
              <a:alpha val="90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Particle 11"/>
          <p:cNvSpPr/>
          <p:nvPr/>
        </p:nvSpPr>
        <p:spPr>
          <a:xfrm>
            <a:off x="2992219" y="7578185"/>
            <a:ext cx="104578" cy="104578"/>
          </a:xfrm>
          <a:prstGeom prst="ellipse">
            <a:avLst/>
          </a:prstGeom>
          <a:solidFill>
            <a:srgbClr val="D7263D">
              <a:alpha val="7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Particle 12"/>
          <p:cNvSpPr/>
          <p:nvPr/>
        </p:nvSpPr>
        <p:spPr>
          <a:xfrm>
            <a:off x="15127646" y="1949163"/>
            <a:ext cx="111886" cy="111886"/>
          </a:xfrm>
          <a:prstGeom prst="ellipse">
            <a:avLst/>
          </a:prstGeom>
          <a:solidFill>
            <a:srgbClr val="182F55">
              <a:alpha val="55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5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ythrough hasBounce="1"/>
      </p:transition>
    </mc:Choice>
    <mc:Fallback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 decel="100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0" dur="2400" fill="hold"/>
                                        <p:tgtEl>
                                          <p:spTgt spid="10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8" presetClass="emph" presetSubtype="0" repeatCount="indefinite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id="17" dur="26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4" dur="18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-21600000">
                                      <p:cBhvr>
                                        <p:cTn id="31" dur="1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2.4000 -2.6667 E" pathEditMode="relative" ptsTypes="AA">
                                      <p:cBhvr>
                                        <p:cTn id="33" dur="3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2.7600 -3.0667 E" pathEditMode="relative" ptsTypes="AA">
                                      <p:cBhvr>
                                        <p:cTn id="35" dur="437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2.5200 -2.8000 E" pathEditMode="relative" ptsTypes="AA">
                                      <p:cBhvr>
                                        <p:cTn id="37" dur="336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176 -0.0862 E" pathEditMode="relative" ptsTypes="AA">
                                      <p:cBhvr>
                                        <p:cTn id="42" dur="3736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-0.0103 -0.0511 E" pathEditMode="relative" ptsTypes="AA">
                                      <p:cBhvr>
                                        <p:cTn id="47" dur="4079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-0.0071 -0.0532 E" pathEditMode="relative" ptsTypes="AA">
                                      <p:cBhvr>
                                        <p:cTn id="52" dur="3674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220 -0.0833 E" pathEditMode="relative" ptsTypes="AA">
                                      <p:cBhvr>
                                        <p:cTn id="57" dur="3580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-0.0298 -0.0439 E" pathEditMode="relative" ptsTypes="AA">
                                      <p:cBhvr>
                                        <p:cTn id="62" dur="3840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100 -0.0636 E" pathEditMode="relative" ptsTypes="AA">
                                      <p:cBhvr>
                                        <p:cTn id="67" dur="4525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-0.0206 -0.0495 E" pathEditMode="relative" ptsTypes="AA">
                                      <p:cBhvr>
                                        <p:cTn id="72" dur="4291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064 -0.0400 E" pathEditMode="relative" ptsTypes="AA">
                                      <p:cBhvr>
                                        <p:cTn id="77" dur="2931" fill="hold" accel="50000" decel="50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061 -0.0426 E" pathEditMode="relative" ptsTypes="AA">
                                      <p:cBhvr>
                                        <p:cTn id="82" dur="2995" fill="hold" accel="50000" decel="50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-0.0091 -0.0959 E" pathEditMode="relative" ptsTypes="AA">
                                      <p:cBhvr>
                                        <p:cTn id="87" dur="4425" fill="hold" accel="50000" decel="50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193 -0.0430 E" pathEditMode="relative" ptsTypes="AA">
                                      <p:cBhvr>
                                        <p:cTn id="92" dur="4466" fill="hold" accel="50000" decel="50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8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195 -0.0465 E" pathEditMode="relative" ptsTypes="AA">
                                      <p:cBhvr>
                                        <p:cTn id="97" dur="4023" fill="hold" accel="50000" decel="50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5.6000 0.0000 E" pathEditMode="relative" ptsTypes="AA">
                                      <p:cBhvr>
                                        <p:cTn id="99" dur="6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0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7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2" grpId="0" animBg="1"/>
      <p:bldP spid="4" grpId="0" animBg="1"/>
      <p:bldP spid="108" grpId="0"/>
      <p:bldP spid="18" grpId="0"/>
      <p:bldP spid="19" grpId="0"/>
      <p:bldP spid="20" grpId="0"/>
      <p:bldP spid="5" grpId="0" animBg="1"/>
      <p:bldP spid="6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1" name="Light Streak 1"/>
          <p:cNvSpPr/>
          <p:nvPr/>
        </p:nvSpPr>
        <p:spPr>
          <a:xfrm rot="20187394">
            <a:off x="-4800600" y="3259836"/>
            <a:ext cx="4114800" cy="64008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Light Streak 2"/>
          <p:cNvSpPr/>
          <p:nvPr/>
        </p:nvSpPr>
        <p:spPr>
          <a:xfrm rot="19603507">
            <a:off x="5029200" y="13222224"/>
            <a:ext cx="4572000" cy="73152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Light Streak 3"/>
          <p:cNvSpPr/>
          <p:nvPr/>
        </p:nvSpPr>
        <p:spPr>
          <a:xfrm rot="19909285">
            <a:off x="8458200" y="12778740"/>
            <a:ext cx="3200400" cy="45720"/>
          </a:xfrm>
          <a:prstGeom prst="roundRect">
            <a:avLst/>
          </a:prstGeom>
          <a:gradFill rotWithShape="1">
            <a:gsLst>
              <a:gs pos="0">
                <a:srgbClr val="FFE38A">
                  <a:alpha val="0"/>
                </a:srgbClr>
              </a:gs>
              <a:gs pos="70000">
                <a:srgbClr val="FFFFFF">
                  <a:alpha val="95000"/>
                </a:srgbClr>
              </a:gs>
              <a:gs pos="100000">
                <a:srgbClr val="FFE38A">
                  <a:alpha val="0"/>
                </a:srgbClr>
              </a:gs>
            </a:gsLst>
            <a:lin ang="0" scaled="0"/>
          </a:gradFill>
          <a:ln>
            <a:noFill/>
          </a:ln>
          <a:effectLst>
            <a:glow rad="76200">
              <a:srgbClr val="F6C445">
                <a:alpha val="5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Particle 1"/>
          <p:cNvSpPr/>
          <p:nvPr/>
        </p:nvSpPr>
        <p:spPr>
          <a:xfrm>
            <a:off x="3363847" y="2224976"/>
            <a:ext cx="131064" cy="131064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Particle 2"/>
          <p:cNvSpPr/>
          <p:nvPr/>
        </p:nvSpPr>
        <p:spPr>
          <a:xfrm>
            <a:off x="12325903" y="2093654"/>
            <a:ext cx="96791" cy="96791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Particle 3"/>
          <p:cNvSpPr/>
          <p:nvPr/>
        </p:nvSpPr>
        <p:spPr>
          <a:xfrm>
            <a:off x="3504128" y="8007853"/>
            <a:ext cx="91304" cy="91304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Particle 4"/>
          <p:cNvSpPr/>
          <p:nvPr/>
        </p:nvSpPr>
        <p:spPr>
          <a:xfrm>
            <a:off x="3837347" y="1604075"/>
            <a:ext cx="196656" cy="196656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Particle 5"/>
          <p:cNvSpPr/>
          <p:nvPr/>
        </p:nvSpPr>
        <p:spPr>
          <a:xfrm>
            <a:off x="11237182" y="2778583"/>
            <a:ext cx="81238" cy="81238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Particle 6"/>
          <p:cNvSpPr/>
          <p:nvPr/>
        </p:nvSpPr>
        <p:spPr>
          <a:xfrm>
            <a:off x="5170532" y="7566533"/>
            <a:ext cx="129547" cy="129547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Particle 7"/>
          <p:cNvSpPr/>
          <p:nvPr/>
        </p:nvSpPr>
        <p:spPr>
          <a:xfrm>
            <a:off x="1947577" y="2372725"/>
            <a:ext cx="131698" cy="131698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Particle 8"/>
          <p:cNvSpPr/>
          <p:nvPr/>
        </p:nvSpPr>
        <p:spPr>
          <a:xfrm>
            <a:off x="11680696" y="1158654"/>
            <a:ext cx="113513" cy="113513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Particle 9"/>
          <p:cNvSpPr/>
          <p:nvPr/>
        </p:nvSpPr>
        <p:spPr>
          <a:xfrm>
            <a:off x="2144650" y="7028878"/>
            <a:ext cx="86953" cy="86953"/>
          </a:xfrm>
          <a:prstGeom prst="ellipse">
            <a:avLst/>
          </a:prstGeom>
          <a:solidFill>
            <a:srgbClr val="F6C445">
              <a:alpha val="85000"/>
            </a:srgbClr>
          </a:solidFill>
          <a:ln>
            <a:noFill/>
          </a:ln>
          <a:effectLst>
            <a:glow rad="38100">
              <a:srgbClr val="F6C44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Particle 10"/>
          <p:cNvSpPr/>
          <p:nvPr/>
        </p:nvSpPr>
        <p:spPr>
          <a:xfrm>
            <a:off x="5126580" y="1311224"/>
            <a:ext cx="99999" cy="99999"/>
          </a:xfrm>
          <a:prstGeom prst="ellipse">
            <a:avLst/>
          </a:prstGeom>
          <a:solidFill>
            <a:srgbClr val="D7263D">
              <a:alpha val="60000"/>
            </a:srgbClr>
          </a:solidFill>
          <a:ln>
            <a:noFill/>
          </a:ln>
          <a:effectLst>
            <a:glow rad="38100">
              <a:srgbClr val="D7263D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Particle 11"/>
          <p:cNvSpPr/>
          <p:nvPr/>
        </p:nvSpPr>
        <p:spPr>
          <a:xfrm>
            <a:off x="11609428" y="2217171"/>
            <a:ext cx="145640" cy="145640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glow rad="38100">
              <a:srgbClr val="FFFFFF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Particle 12"/>
          <p:cNvSpPr/>
          <p:nvPr/>
        </p:nvSpPr>
        <p:spPr>
          <a:xfrm>
            <a:off x="4707553" y="7089699"/>
            <a:ext cx="196569" cy="196569"/>
          </a:xfrm>
          <a:prstGeom prst="ellipse">
            <a:avLst/>
          </a:prstGeom>
          <a:solidFill>
            <a:srgbClr val="182F55">
              <a:alpha val="50000"/>
            </a:srgbClr>
          </a:solidFill>
          <a:ln>
            <a:noFill/>
          </a:ln>
          <a:effectLst>
            <a:glow rad="38100">
              <a:srgbClr val="182F55">
                <a:alpha val="35000"/>
              </a:srgb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hine Sweep"/>
          <p:cNvSpPr/>
          <p:nvPr/>
        </p:nvSpPr>
        <p:spPr>
          <a:xfrm rot="1080000">
            <a:off x="-3657600" y="-2286000"/>
            <a:ext cx="2377440" cy="146304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4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0" presetClass="pat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1.8200 -1.4098 E" pathEditMode="relative" ptsTypes="AA">
                                      <p:cBhvr>
                                        <p:cTn id="7" dur="36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1.7600 -2.0533 E" pathEditMode="relative" ptsTypes="AA">
                                      <p:cBhvr>
                                        <p:cTn id="9" dur="35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1.6800 -1.6000 E" pathEditMode="relative" ptsTypes="AA">
                                      <p:cBhvr>
                                        <p:cTn id="11" dur="3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21 -0.0672 E" pathEditMode="relative" ptsTypes="AA">
                                      <p:cBhvr>
                                        <p:cTn id="16" dur="3377" fill="hold" accel="50000" decel="50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utoRev="1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 0 L 0.0176 -0.0414 E" pathEditMode="relative" ptsTypes="AA">
                                      <p:cBhvr>
                                        <p:cTn id="21" dur="3842" fill="hold" accel="50000" decel="50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utoRev="1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animMotion origin="layout" path="M 0 0 L 0.0081 -0.0726 E" pathEditMode="relative" ptsTypes="AA">
                                      <p:cBhvr>
                                        <p:cTn id="26" dur="4222" fill="hold" accel="50000" decel="50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utoRev="1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animMotion origin="layout" path="M 0 0 L -0.0206 -0.0365 E" pathEditMode="relative" ptsTypes="AA">
                                      <p:cBhvr>
                                        <p:cTn id="31" dur="4764" fill="hold" accel="50000" decel="50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utoRev="1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0.0060 -0.0840 E" pathEditMode="relative" ptsTypes="AA">
                                      <p:cBhvr>
                                        <p:cTn id="36" dur="3936" fill="hold" accel="50000" decel="50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84 -0.0667 E" pathEditMode="relative" ptsTypes="AA">
                                      <p:cBhvr>
                                        <p:cTn id="41" dur="2948" fill="hold" accel="50000" decel="50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utoRev="1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297 -0.0878 E" pathEditMode="relative" ptsTypes="AA">
                                      <p:cBhvr>
                                        <p:cTn id="46" dur="3640" fill="hold" accel="50000" decel="50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utoRev="1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-0.0258 -0.0832 E" pathEditMode="relative" ptsTypes="AA">
                                      <p:cBhvr>
                                        <p:cTn id="51" dur="4240" fill="hold" accel="50000" decel="50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utoRev="1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-0.0290 -0.0782 E" pathEditMode="relative" ptsTypes="AA">
                                      <p:cBhvr>
                                        <p:cTn id="56" dur="3474" fill="hold" accel="50000" decel="50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utoRev="1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 L 0.0288 -0.0603 E" pathEditMode="relative" ptsTypes="AA">
                                      <p:cBhvr>
                                        <p:cTn id="61" dur="2899" fill="hold" accel="50000" decel="50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098 -0.0549 E" pathEditMode="relative" ptsTypes="AA">
                                      <p:cBhvr>
                                        <p:cTn id="66" dur="2662" fill="hold" accel="50000" decel="50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autoRev="1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-0.0152 -0.0418 E" pathEditMode="relative" ptsTypes="AA">
                                      <p:cBhvr>
                                        <p:cTn id="71" dur="2845" fill="hold" accel="50000" decel="50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4.4800 0.0000 E" pathEditMode="relative" ptsTypes="AA">
                                      <p:cBhvr>
                                        <p:cTn id="73" dur="70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</Words>
  <Application>Microsoft Office PowerPoint</Application>
  <PresentationFormat>Custom</PresentationFormat>
  <Paragraphs>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Montserrat Bold</vt:lpstr>
      <vt:lpstr>Montserrat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BAGI BULAN SEPTEMBER 2026</dc:title>
  <dc:creator>NORAZMAN</dc:creator>
  <cp:lastModifiedBy>mcorp pc</cp:lastModifiedBy>
  <cp:revision>4</cp:revision>
  <dcterms:created xsi:type="dcterms:W3CDTF">2006-08-16T00:00:00Z</dcterms:created>
  <dcterms:modified xsi:type="dcterms:W3CDTF">2026-10-15T07:34:24Z</dcterms:modified>
  <dc:identifier>DAHUape7PoA</dc:identifier>
</cp:coreProperties>
</file>